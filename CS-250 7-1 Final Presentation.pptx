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1C4BB8-7A75-4710-B355-13B1ECC64589}" v="287" dt="2026-02-22T08:49:05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rvantes, Daniel" userId="a1997015-9fb1-42ff-a743-333806364dfd" providerId="ADAL" clId="{9271F73E-AD4F-41DF-946B-066A2546C593}"/>
    <pc:docChg chg="undo redo custSel modSld">
      <pc:chgData name="Cervantes, Daniel" userId="a1997015-9fb1-42ff-a743-333806364dfd" providerId="ADAL" clId="{9271F73E-AD4F-41DF-946B-066A2546C593}" dt="2026-02-22T08:49:55.884" v="1448" actId="20577"/>
      <pc:docMkLst>
        <pc:docMk/>
      </pc:docMkLst>
      <pc:sldChg chg="addSp delSp modSp mod setBg">
        <pc:chgData name="Cervantes, Daniel" userId="a1997015-9fb1-42ff-a743-333806364dfd" providerId="ADAL" clId="{9271F73E-AD4F-41DF-946B-066A2546C593}" dt="2026-02-22T08:40:36.565" v="1211" actId="20577"/>
        <pc:sldMkLst>
          <pc:docMk/>
          <pc:sldMk cId="0" sldId="256"/>
        </pc:sldMkLst>
        <pc:spChg chg="mod">
          <ac:chgData name="Cervantes, Daniel" userId="a1997015-9fb1-42ff-a743-333806364dfd" providerId="ADAL" clId="{9271F73E-AD4F-41DF-946B-066A2546C593}" dt="2026-02-22T07:52:40.909" v="44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Cervantes, Daniel" userId="a1997015-9fb1-42ff-a743-333806364dfd" providerId="ADAL" clId="{9271F73E-AD4F-41DF-946B-066A2546C593}" dt="2026-02-22T08:40:36.565" v="1211" actId="20577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Cervantes, Daniel" userId="a1997015-9fb1-42ff-a743-333806364dfd" providerId="ADAL" clId="{9271F73E-AD4F-41DF-946B-066A2546C593}" dt="2026-02-22T07:48:45.575" v="34" actId="26606"/>
          <ac:spMkLst>
            <pc:docMk/>
            <pc:sldMk cId="0" sldId="256"/>
            <ac:spMk id="9" creationId="{C1DD1A8A-57D5-4A81-AD04-532B043C5611}"/>
          </ac:spMkLst>
        </pc:spChg>
        <pc:spChg chg="add del">
          <ac:chgData name="Cervantes, Daniel" userId="a1997015-9fb1-42ff-a743-333806364dfd" providerId="ADAL" clId="{9271F73E-AD4F-41DF-946B-066A2546C593}" dt="2026-02-22T07:48:45.575" v="34" actId="26606"/>
          <ac:spMkLst>
            <pc:docMk/>
            <pc:sldMk cId="0" sldId="256"/>
            <ac:spMk id="11" creationId="{007891EC-4501-44ED-A8C8-B11B6DB767AB}"/>
          </ac:spMkLst>
        </pc:spChg>
        <pc:spChg chg="add del">
          <ac:chgData name="Cervantes, Daniel" userId="a1997015-9fb1-42ff-a743-333806364dfd" providerId="ADAL" clId="{9271F73E-AD4F-41DF-946B-066A2546C593}" dt="2026-02-22T07:52:27.444" v="43" actId="26606"/>
          <ac:spMkLst>
            <pc:docMk/>
            <pc:sldMk cId="0" sldId="256"/>
            <ac:spMk id="13" creationId="{676A1B86-DC99-46B9-B5AA-A7E928EA9CF7}"/>
          </ac:spMkLst>
        </pc:spChg>
        <pc:spChg chg="add del">
          <ac:chgData name="Cervantes, Daniel" userId="a1997015-9fb1-42ff-a743-333806364dfd" providerId="ADAL" clId="{9271F73E-AD4F-41DF-946B-066A2546C593}" dt="2026-02-22T07:52:27.444" v="43" actId="26606"/>
          <ac:spMkLst>
            <pc:docMk/>
            <pc:sldMk cId="0" sldId="256"/>
            <ac:spMk id="14" creationId="{E9304FFE-74E9-4316-B822-F35A685E2D09}"/>
          </ac:spMkLst>
        </pc:spChg>
        <pc:spChg chg="add del">
          <ac:chgData name="Cervantes, Daniel" userId="a1997015-9fb1-42ff-a743-333806364dfd" providerId="ADAL" clId="{9271F73E-AD4F-41DF-946B-066A2546C593}" dt="2026-02-22T07:52:19.222" v="40" actId="26606"/>
          <ac:spMkLst>
            <pc:docMk/>
            <pc:sldMk cId="0" sldId="256"/>
            <ac:spMk id="20" creationId="{16A15A88-001A-4EEF-8984-D87E643599AB}"/>
          </ac:spMkLst>
        </pc:spChg>
        <pc:spChg chg="add">
          <ac:chgData name="Cervantes, Daniel" userId="a1997015-9fb1-42ff-a743-333806364dfd" providerId="ADAL" clId="{9271F73E-AD4F-41DF-946B-066A2546C593}" dt="2026-02-22T07:52:27.444" v="43" actId="26606"/>
          <ac:spMkLst>
            <pc:docMk/>
            <pc:sldMk cId="0" sldId="256"/>
            <ac:spMk id="24" creationId="{55D4142C-5077-457F-A6AD-3FECFDB39685}"/>
          </ac:spMkLst>
        </pc:spChg>
        <pc:spChg chg="add del">
          <ac:chgData name="Cervantes, Daniel" userId="a1997015-9fb1-42ff-a743-333806364dfd" providerId="ADAL" clId="{9271F73E-AD4F-41DF-946B-066A2546C593}" dt="2026-02-22T07:52:27.436" v="42" actId="26606"/>
          <ac:spMkLst>
            <pc:docMk/>
            <pc:sldMk cId="0" sldId="256"/>
            <ac:spMk id="26" creationId="{7A5F0580-5EE9-419F-96EE-B6529EF6E7D0}"/>
          </ac:spMkLst>
        </pc:spChg>
        <pc:spChg chg="add del">
          <ac:chgData name="Cervantes, Daniel" userId="a1997015-9fb1-42ff-a743-333806364dfd" providerId="ADAL" clId="{9271F73E-AD4F-41DF-946B-066A2546C593}" dt="2026-02-22T07:52:27.436" v="42" actId="26606"/>
          <ac:spMkLst>
            <pc:docMk/>
            <pc:sldMk cId="0" sldId="256"/>
            <ac:spMk id="27" creationId="{94E4D846-3AFC-4F86-8C35-24B0542A269D}"/>
          </ac:spMkLst>
        </pc:spChg>
        <pc:spChg chg="add del">
          <ac:chgData name="Cervantes, Daniel" userId="a1997015-9fb1-42ff-a743-333806364dfd" providerId="ADAL" clId="{9271F73E-AD4F-41DF-946B-066A2546C593}" dt="2026-02-22T07:52:27.436" v="42" actId="26606"/>
          <ac:spMkLst>
            <pc:docMk/>
            <pc:sldMk cId="0" sldId="256"/>
            <ac:spMk id="28" creationId="{284781B9-12CB-45C3-907A-9ED93FF72C65}"/>
          </ac:spMkLst>
        </pc:spChg>
        <pc:spChg chg="add del">
          <ac:chgData name="Cervantes, Daniel" userId="a1997015-9fb1-42ff-a743-333806364dfd" providerId="ADAL" clId="{9271F73E-AD4F-41DF-946B-066A2546C593}" dt="2026-02-22T07:52:27.436" v="42" actId="26606"/>
          <ac:spMkLst>
            <pc:docMk/>
            <pc:sldMk cId="0" sldId="256"/>
            <ac:spMk id="29" creationId="{55D4142C-5077-457F-A6AD-3FECFDB39685}"/>
          </ac:spMkLst>
        </pc:spChg>
        <pc:spChg chg="add">
          <ac:chgData name="Cervantes, Daniel" userId="a1997015-9fb1-42ff-a743-333806364dfd" providerId="ADAL" clId="{9271F73E-AD4F-41DF-946B-066A2546C593}" dt="2026-02-22T07:52:27.444" v="43" actId="26606"/>
          <ac:spMkLst>
            <pc:docMk/>
            <pc:sldMk cId="0" sldId="256"/>
            <ac:spMk id="31" creationId="{8FC9BE17-9A7B-462D-AE50-3D8777387304}"/>
          </ac:spMkLst>
        </pc:spChg>
        <pc:spChg chg="add">
          <ac:chgData name="Cervantes, Daniel" userId="a1997015-9fb1-42ff-a743-333806364dfd" providerId="ADAL" clId="{9271F73E-AD4F-41DF-946B-066A2546C593}" dt="2026-02-22T07:52:27.444" v="43" actId="26606"/>
          <ac:spMkLst>
            <pc:docMk/>
            <pc:sldMk cId="0" sldId="256"/>
            <ac:spMk id="32" creationId="{3EBE8569-6AEC-4B8C-8D53-2DE337CDBA65}"/>
          </ac:spMkLst>
        </pc:spChg>
        <pc:spChg chg="add">
          <ac:chgData name="Cervantes, Daniel" userId="a1997015-9fb1-42ff-a743-333806364dfd" providerId="ADAL" clId="{9271F73E-AD4F-41DF-946B-066A2546C593}" dt="2026-02-22T07:52:27.444" v="43" actId="26606"/>
          <ac:spMkLst>
            <pc:docMk/>
            <pc:sldMk cId="0" sldId="256"/>
            <ac:spMk id="33" creationId="{7A5F0580-5EE9-419F-96EE-B6529EF6E7D0}"/>
          </ac:spMkLst>
        </pc:spChg>
        <pc:grpChg chg="add del">
          <ac:chgData name="Cervantes, Daniel" userId="a1997015-9fb1-42ff-a743-333806364dfd" providerId="ADAL" clId="{9271F73E-AD4F-41DF-946B-066A2546C593}" dt="2026-02-22T07:52:19.222" v="40" actId="26606"/>
          <ac:grpSpMkLst>
            <pc:docMk/>
            <pc:sldMk cId="0" sldId="256"/>
            <ac:grpSpMk id="22" creationId="{A7900967-84CA-47B4-9F1C-E787BAC1496A}"/>
          </ac:grpSpMkLst>
        </pc:grpChg>
        <pc:picChg chg="add del">
          <ac:chgData name="Cervantes, Daniel" userId="a1997015-9fb1-42ff-a743-333806364dfd" providerId="ADAL" clId="{9271F73E-AD4F-41DF-946B-066A2546C593}" dt="2026-02-22T07:48:45.575" v="34" actId="26606"/>
          <ac:picMkLst>
            <pc:docMk/>
            <pc:sldMk cId="0" sldId="256"/>
            <ac:picMk id="5" creationId="{972DBB94-CFF5-7314-AB47-CE7AEB80EEE5}"/>
          </ac:picMkLst>
        </pc:picChg>
        <pc:picChg chg="add mod ord">
          <ac:chgData name="Cervantes, Daniel" userId="a1997015-9fb1-42ff-a743-333806364dfd" providerId="ADAL" clId="{9271F73E-AD4F-41DF-946B-066A2546C593}" dt="2026-02-22T07:52:27.444" v="43" actId="26606"/>
          <ac:picMkLst>
            <pc:docMk/>
            <pc:sldMk cId="0" sldId="256"/>
            <ac:picMk id="15" creationId="{713003A1-9122-9B4E-EF3E-2645D6BFB7F5}"/>
          </ac:picMkLst>
        </pc:picChg>
      </pc:sldChg>
      <pc:sldChg chg="addSp delSp modSp mod modTransition setBg addAnim delAnim modAnim">
        <pc:chgData name="Cervantes, Daniel" userId="a1997015-9fb1-42ff-a743-333806364dfd" providerId="ADAL" clId="{9271F73E-AD4F-41DF-946B-066A2546C593}" dt="2026-02-22T08:42:11.709" v="1219" actId="2711"/>
        <pc:sldMkLst>
          <pc:docMk/>
          <pc:sldMk cId="0" sldId="257"/>
        </pc:sldMkLst>
        <pc:spChg chg="mod">
          <ac:chgData name="Cervantes, Daniel" userId="a1997015-9fb1-42ff-a743-333806364dfd" providerId="ADAL" clId="{9271F73E-AD4F-41DF-946B-066A2546C593}" dt="2026-02-22T07:49:20.023" v="36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Cervantes, Daniel" userId="a1997015-9fb1-42ff-a743-333806364dfd" providerId="ADAL" clId="{9271F73E-AD4F-41DF-946B-066A2546C593}" dt="2026-02-22T08:42:11.709" v="1219" actId="2711"/>
          <ac:spMkLst>
            <pc:docMk/>
            <pc:sldMk cId="0" sldId="257"/>
            <ac:spMk id="3" creationId="{00000000-0000-0000-0000-000000000000}"/>
          </ac:spMkLst>
        </pc:spChg>
        <pc:spChg chg="add">
          <ac:chgData name="Cervantes, Daniel" userId="a1997015-9fb1-42ff-a743-333806364dfd" providerId="ADAL" clId="{9271F73E-AD4F-41DF-946B-066A2546C593}" dt="2026-02-22T08:01:18.475" v="189"/>
          <ac:spMkLst>
            <pc:docMk/>
            <pc:sldMk cId="0" sldId="257"/>
            <ac:spMk id="4" creationId="{BFF33936-E012-A356-1AB4-2FAAC091BEE7}"/>
          </ac:spMkLst>
        </pc:spChg>
        <pc:spChg chg="add mod">
          <ac:chgData name="Cervantes, Daniel" userId="a1997015-9fb1-42ff-a743-333806364dfd" providerId="ADAL" clId="{9271F73E-AD4F-41DF-946B-066A2546C593}" dt="2026-02-22T08:01:36.566" v="191"/>
          <ac:spMkLst>
            <pc:docMk/>
            <pc:sldMk cId="0" sldId="257"/>
            <ac:spMk id="5" creationId="{1D518CAA-7B07-AFEC-F062-36C1DB8185EB}"/>
          </ac:spMkLst>
        </pc:spChg>
        <pc:spChg chg="add del mod">
          <ac:chgData name="Cervantes, Daniel" userId="a1997015-9fb1-42ff-a743-333806364dfd" providerId="ADAL" clId="{9271F73E-AD4F-41DF-946B-066A2546C593}" dt="2026-02-22T08:09:29.520" v="416"/>
          <ac:spMkLst>
            <pc:docMk/>
            <pc:sldMk cId="0" sldId="257"/>
            <ac:spMk id="6" creationId="{BA776A0E-1452-FA0C-1891-B4EDA26FB514}"/>
          </ac:spMkLst>
        </pc:spChg>
        <pc:spChg chg="add mod">
          <ac:chgData name="Cervantes, Daniel" userId="a1997015-9fb1-42ff-a743-333806364dfd" providerId="ADAL" clId="{9271F73E-AD4F-41DF-946B-066A2546C593}" dt="2026-02-22T08:41:51.353" v="1218" actId="14100"/>
          <ac:spMkLst>
            <pc:docMk/>
            <pc:sldMk cId="0" sldId="257"/>
            <ac:spMk id="7" creationId="{3A7B3EEA-A1BD-5E1E-B8AF-46F4E3BD0DD8}"/>
          </ac:spMkLst>
        </pc:spChg>
        <pc:spChg chg="add">
          <ac:chgData name="Cervantes, Daniel" userId="a1997015-9fb1-42ff-a743-333806364dfd" providerId="ADAL" clId="{9271F73E-AD4F-41DF-946B-066A2546C593}" dt="2026-02-22T07:49:20.023" v="36" actId="26606"/>
          <ac:spMkLst>
            <pc:docMk/>
            <pc:sldMk cId="0" sldId="257"/>
            <ac:spMk id="8" creationId="{09588DA8-065E-4F6F-8EFD-43104AB2E0CF}"/>
          </ac:spMkLst>
        </pc:spChg>
        <pc:spChg chg="add">
          <ac:chgData name="Cervantes, Daniel" userId="a1997015-9fb1-42ff-a743-333806364dfd" providerId="ADAL" clId="{9271F73E-AD4F-41DF-946B-066A2546C593}" dt="2026-02-22T07:49:20.023" v="36" actId="26606"/>
          <ac:spMkLst>
            <pc:docMk/>
            <pc:sldMk cId="0" sldId="257"/>
            <ac:spMk id="10" creationId="{C4285719-470E-454C-AF62-8323075F1F5B}"/>
          </ac:spMkLst>
        </pc:spChg>
        <pc:spChg chg="add">
          <ac:chgData name="Cervantes, Daniel" userId="a1997015-9fb1-42ff-a743-333806364dfd" providerId="ADAL" clId="{9271F73E-AD4F-41DF-946B-066A2546C593}" dt="2026-02-22T07:49:20.023" v="36" actId="26606"/>
          <ac:spMkLst>
            <pc:docMk/>
            <pc:sldMk cId="0" sldId="257"/>
            <ac:spMk id="12" creationId="{CD9FE4EF-C4D8-49A0-B2FF-81D8DB7D8A24}"/>
          </ac:spMkLst>
        </pc:spChg>
        <pc:spChg chg="add">
          <ac:chgData name="Cervantes, Daniel" userId="a1997015-9fb1-42ff-a743-333806364dfd" providerId="ADAL" clId="{9271F73E-AD4F-41DF-946B-066A2546C593}" dt="2026-02-22T07:49:20.023" v="36" actId="26606"/>
          <ac:spMkLst>
            <pc:docMk/>
            <pc:sldMk cId="0" sldId="257"/>
            <ac:spMk id="14" creationId="{4300840D-0A0B-4512-BACA-B439D5B9C57C}"/>
          </ac:spMkLst>
        </pc:spChg>
        <pc:spChg chg="add">
          <ac:chgData name="Cervantes, Daniel" userId="a1997015-9fb1-42ff-a743-333806364dfd" providerId="ADAL" clId="{9271F73E-AD4F-41DF-946B-066A2546C593}" dt="2026-02-22T07:49:20.023" v="36" actId="26606"/>
          <ac:spMkLst>
            <pc:docMk/>
            <pc:sldMk cId="0" sldId="257"/>
            <ac:spMk id="16" creationId="{D2B78728-A580-49A7-84F9-6EF6F583ADE0}"/>
          </ac:spMkLst>
        </pc:spChg>
        <pc:spChg chg="add">
          <ac:chgData name="Cervantes, Daniel" userId="a1997015-9fb1-42ff-a743-333806364dfd" providerId="ADAL" clId="{9271F73E-AD4F-41DF-946B-066A2546C593}" dt="2026-02-22T07:49:20.023" v="36" actId="26606"/>
          <ac:spMkLst>
            <pc:docMk/>
            <pc:sldMk cId="0" sldId="257"/>
            <ac:spMk id="18" creationId="{38FAA1A1-D861-433F-88FA-1E9D6FD31D11}"/>
          </ac:spMkLst>
        </pc:spChg>
        <pc:spChg chg="add">
          <ac:chgData name="Cervantes, Daniel" userId="a1997015-9fb1-42ff-a743-333806364dfd" providerId="ADAL" clId="{9271F73E-AD4F-41DF-946B-066A2546C593}" dt="2026-02-22T07:49:20.023" v="36" actId="26606"/>
          <ac:spMkLst>
            <pc:docMk/>
            <pc:sldMk cId="0" sldId="257"/>
            <ac:spMk id="20" creationId="{8D71EDA1-87BF-4D5D-AB79-F346FD19278A}"/>
          </ac:spMkLst>
        </pc:spChg>
      </pc:sldChg>
      <pc:sldChg chg="addSp delSp modSp mod setBg modAnim">
        <pc:chgData name="Cervantes, Daniel" userId="a1997015-9fb1-42ff-a743-333806364dfd" providerId="ADAL" clId="{9271F73E-AD4F-41DF-946B-066A2546C593}" dt="2026-02-22T08:40:16.709" v="1210"/>
        <pc:sldMkLst>
          <pc:docMk/>
          <pc:sldMk cId="0" sldId="258"/>
        </pc:sldMkLst>
        <pc:spChg chg="mod">
          <ac:chgData name="Cervantes, Daniel" userId="a1997015-9fb1-42ff-a743-333806364dfd" providerId="ADAL" clId="{9271F73E-AD4F-41DF-946B-066A2546C593}" dt="2026-02-22T08:16:05.075" v="473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Cervantes, Daniel" userId="a1997015-9fb1-42ff-a743-333806364dfd" providerId="ADAL" clId="{9271F73E-AD4F-41DF-946B-066A2546C593}" dt="2026-02-22T08:15:24.005" v="47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9" creationId="{BACC6370-2D7E-4714-9D71-7542949D7D5D}"/>
          </ac:spMkLst>
        </pc:spChg>
        <pc:spChg chg="add del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11" creationId="{256B2C21-A230-48C0-8DF1-C46611373C44}"/>
          </ac:spMkLst>
        </pc:spChg>
        <pc:spChg chg="add del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13" creationId="{3847E18C-932D-4C95-AABA-FEC7C9499AD7}"/>
          </ac:spMkLst>
        </pc:spChg>
        <pc:spChg chg="add del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15" creationId="{3150CB11-0C61-439E-910F-5787759E72A0}"/>
          </ac:spMkLst>
        </pc:spChg>
        <pc:spChg chg="add del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17" creationId="{43F8A58B-5155-44CE-A5FF-7647B47D0A7A}"/>
          </ac:spMkLst>
        </pc:spChg>
        <pc:spChg chg="add del">
          <ac:chgData name="Cervantes, Daniel" userId="a1997015-9fb1-42ff-a743-333806364dfd" providerId="ADAL" clId="{9271F73E-AD4F-41DF-946B-066A2546C593}" dt="2026-02-22T08:16:05.075" v="473" actId="26606"/>
          <ac:spMkLst>
            <pc:docMk/>
            <pc:sldMk cId="0" sldId="258"/>
            <ac:spMk id="19" creationId="{443F2ACA-E6D6-4028-82DD-F03C262D5DE6}"/>
          </ac:spMkLst>
        </pc:spChg>
        <pc:spChg chg="add del">
          <ac:chgData name="Cervantes, Daniel" userId="a1997015-9fb1-42ff-a743-333806364dfd" providerId="ADAL" clId="{9271F73E-AD4F-41DF-946B-066A2546C593}" dt="2026-02-22T08:16:05.075" v="473" actId="26606"/>
          <ac:spMkLst>
            <pc:docMk/>
            <pc:sldMk cId="0" sldId="258"/>
            <ac:spMk id="24" creationId="{31293F9B-599E-4871-A414-757225FA346A}"/>
          </ac:spMkLst>
        </pc:spChg>
        <pc:spChg chg="add del">
          <ac:chgData name="Cervantes, Daniel" userId="a1997015-9fb1-42ff-a743-333806364dfd" providerId="ADAL" clId="{9271F73E-AD4F-41DF-946B-066A2546C593}" dt="2026-02-22T08:16:05.075" v="473" actId="26606"/>
          <ac:spMkLst>
            <pc:docMk/>
            <pc:sldMk cId="0" sldId="258"/>
            <ac:spMk id="26" creationId="{E5F17139-31EE-46AC-B04F-DBBD852DD6CB}"/>
          </ac:spMkLst>
        </pc:spChg>
        <pc:spChg chg="add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47" creationId="{BACC6370-2D7E-4714-9D71-7542949D7D5D}"/>
          </ac:spMkLst>
        </pc:spChg>
        <pc:spChg chg="add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48" creationId="{256B2C21-A230-48C0-8DF1-C46611373C44}"/>
          </ac:spMkLst>
        </pc:spChg>
        <pc:spChg chg="add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49" creationId="{3847E18C-932D-4C95-AABA-FEC7C9499AD7}"/>
          </ac:spMkLst>
        </pc:spChg>
        <pc:spChg chg="add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50" creationId="{3150CB11-0C61-439E-910F-5787759E72A0}"/>
          </ac:spMkLst>
        </pc:spChg>
        <pc:spChg chg="add">
          <ac:chgData name="Cervantes, Daniel" userId="a1997015-9fb1-42ff-a743-333806364dfd" providerId="ADAL" clId="{9271F73E-AD4F-41DF-946B-066A2546C593}" dt="2026-02-22T08:16:05.139" v="474" actId="26606"/>
          <ac:spMkLst>
            <pc:docMk/>
            <pc:sldMk cId="0" sldId="258"/>
            <ac:spMk id="51" creationId="{43F8A58B-5155-44CE-A5FF-7647B47D0A7A}"/>
          </ac:spMkLst>
        </pc:spChg>
        <pc:graphicFrameChg chg="add mod modGraphic">
          <ac:chgData name="Cervantes, Daniel" userId="a1997015-9fb1-42ff-a743-333806364dfd" providerId="ADAL" clId="{9271F73E-AD4F-41DF-946B-066A2546C593}" dt="2026-02-22T08:17:38.732" v="484" actId="14100"/>
          <ac:graphicFrameMkLst>
            <pc:docMk/>
            <pc:sldMk cId="0" sldId="258"/>
            <ac:graphicFrameMk id="5" creationId="{88A31A99-D322-46F9-2D20-39CA8A4D6532}"/>
          </ac:graphicFrameMkLst>
        </pc:graphicFrameChg>
      </pc:sldChg>
      <pc:sldChg chg="addSp delSp modSp mod setBg modAnim">
        <pc:chgData name="Cervantes, Daniel" userId="a1997015-9fb1-42ff-a743-333806364dfd" providerId="ADAL" clId="{9271F73E-AD4F-41DF-946B-066A2546C593}" dt="2026-02-22T08:39:36.676" v="1198"/>
        <pc:sldMkLst>
          <pc:docMk/>
          <pc:sldMk cId="0" sldId="259"/>
        </pc:sldMkLst>
        <pc:spChg chg="mod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Cervantes, Daniel" userId="a1997015-9fb1-42ff-a743-333806364dfd" providerId="ADAL" clId="{9271F73E-AD4F-41DF-946B-066A2546C593}" dt="2026-02-22T08:22:55.139" v="756" actId="26606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Cervantes, Daniel" userId="a1997015-9fb1-42ff-a743-333806364dfd" providerId="ADAL" clId="{9271F73E-AD4F-41DF-946B-066A2546C593}" dt="2026-02-22T08:22:50.286" v="754" actId="21"/>
          <ac:spMkLst>
            <pc:docMk/>
            <pc:sldMk cId="0" sldId="259"/>
            <ac:spMk id="5" creationId="{7D0E5E1D-FAD9-9494-E52D-07AAB49B0005}"/>
          </ac:spMkLst>
        </pc:spChg>
        <pc:spChg chg="add">
          <ac:chgData name="Cervantes, Daniel" userId="a1997015-9fb1-42ff-a743-333806364dfd" providerId="ADAL" clId="{9271F73E-AD4F-41DF-946B-066A2546C593}" dt="2026-02-22T08:18:20.285" v="485" actId="26606"/>
          <ac:spMkLst>
            <pc:docMk/>
            <pc:sldMk cId="0" sldId="259"/>
            <ac:spMk id="8" creationId="{09588DA8-065E-4F6F-8EFD-43104AB2E0CF}"/>
          </ac:spMkLst>
        </pc:spChg>
        <pc:spChg chg="add del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10" creationId="{C4285719-470E-454C-AF62-8323075F1F5B}"/>
          </ac:spMkLst>
        </pc:spChg>
        <pc:spChg chg="add">
          <ac:chgData name="Cervantes, Daniel" userId="a1997015-9fb1-42ff-a743-333806364dfd" providerId="ADAL" clId="{9271F73E-AD4F-41DF-946B-066A2546C593}" dt="2026-02-22T08:18:20.285" v="485" actId="26606"/>
          <ac:spMkLst>
            <pc:docMk/>
            <pc:sldMk cId="0" sldId="259"/>
            <ac:spMk id="12" creationId="{CD9FE4EF-C4D8-49A0-B2FF-81D8DB7D8A24}"/>
          </ac:spMkLst>
        </pc:spChg>
        <pc:spChg chg="add del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14" creationId="{4300840D-0A0B-4512-BACA-B439D5B9C57C}"/>
          </ac:spMkLst>
        </pc:spChg>
        <pc:spChg chg="add del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16" creationId="{D2B78728-A580-49A7-84F9-6EF6F583ADE0}"/>
          </ac:spMkLst>
        </pc:spChg>
        <pc:spChg chg="add del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18" creationId="{38FAA1A1-D861-433F-88FA-1E9D6FD31D11}"/>
          </ac:spMkLst>
        </pc:spChg>
        <pc:spChg chg="add del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20" creationId="{8D71EDA1-87BF-4D5D-AB79-F346FD19278A}"/>
          </ac:spMkLst>
        </pc:spChg>
        <pc:spChg chg="add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27" creationId="{BACC6370-2D7E-4714-9D71-7542949D7D5D}"/>
          </ac:spMkLst>
        </pc:spChg>
        <pc:spChg chg="add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29" creationId="{F68B3F68-107C-434F-AA38-110D5EA91B85}"/>
          </ac:spMkLst>
        </pc:spChg>
        <pc:spChg chg="add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31" creationId="{AAD0DBB9-1A4B-4391-81D4-CB19F9AB918A}"/>
          </ac:spMkLst>
        </pc:spChg>
        <pc:spChg chg="add">
          <ac:chgData name="Cervantes, Daniel" userId="a1997015-9fb1-42ff-a743-333806364dfd" providerId="ADAL" clId="{9271F73E-AD4F-41DF-946B-066A2546C593}" dt="2026-02-22T08:23:15.690" v="757" actId="26606"/>
          <ac:spMkLst>
            <pc:docMk/>
            <pc:sldMk cId="0" sldId="259"/>
            <ac:spMk id="33" creationId="{063BBA22-50EA-4C4D-BE05-F1CE4E63AA56}"/>
          </ac:spMkLst>
        </pc:spChg>
        <pc:graphicFrameChg chg="add del mod">
          <ac:chgData name="Cervantes, Daniel" userId="a1997015-9fb1-42ff-a743-333806364dfd" providerId="ADAL" clId="{9271F73E-AD4F-41DF-946B-066A2546C593}" dt="2026-02-22T08:22:55.139" v="756" actId="26606"/>
          <ac:graphicFrameMkLst>
            <pc:docMk/>
            <pc:sldMk cId="0" sldId="259"/>
            <ac:graphicFrameMk id="22" creationId="{92E6E5F1-84A9-EEDD-FEFE-511F5F971BB7}"/>
          </ac:graphicFrameMkLst>
        </pc:graphicFrameChg>
      </pc:sldChg>
      <pc:sldChg chg="addSp delSp modSp mod setBg modAnim">
        <pc:chgData name="Cervantes, Daniel" userId="a1997015-9fb1-42ff-a743-333806364dfd" providerId="ADAL" clId="{9271F73E-AD4F-41DF-946B-066A2546C593}" dt="2026-02-22T08:39:16.591" v="1197"/>
        <pc:sldMkLst>
          <pc:docMk/>
          <pc:sldMk cId="0" sldId="260"/>
        </pc:sldMkLst>
        <pc:spChg chg="mod">
          <ac:chgData name="Cervantes, Daniel" userId="a1997015-9fb1-42ff-a743-333806364dfd" providerId="ADAL" clId="{9271F73E-AD4F-41DF-946B-066A2546C593}" dt="2026-02-22T08:32:03.105" v="1150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Cervantes, Daniel" userId="a1997015-9fb1-42ff-a743-333806364dfd" providerId="ADAL" clId="{9271F73E-AD4F-41DF-946B-066A2546C593}" dt="2026-02-22T08:32:30.115" v="1151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Cervantes, Daniel" userId="a1997015-9fb1-42ff-a743-333806364dfd" providerId="ADAL" clId="{9271F73E-AD4F-41DF-946B-066A2546C593}" dt="2026-02-22T08:32:03.105" v="1150" actId="26606"/>
          <ac:spMkLst>
            <pc:docMk/>
            <pc:sldMk cId="0" sldId="260"/>
            <ac:spMk id="8" creationId="{09588DA8-065E-4F6F-8EFD-43104AB2E0CF}"/>
          </ac:spMkLst>
        </pc:spChg>
        <pc:spChg chg="add">
          <ac:chgData name="Cervantes, Daniel" userId="a1997015-9fb1-42ff-a743-333806364dfd" providerId="ADAL" clId="{9271F73E-AD4F-41DF-946B-066A2546C593}" dt="2026-02-22T08:32:03.105" v="1150" actId="26606"/>
          <ac:spMkLst>
            <pc:docMk/>
            <pc:sldMk cId="0" sldId="260"/>
            <ac:spMk id="10" creationId="{C4285719-470E-454C-AF62-8323075F1F5B}"/>
          </ac:spMkLst>
        </pc:spChg>
        <pc:spChg chg="add">
          <ac:chgData name="Cervantes, Daniel" userId="a1997015-9fb1-42ff-a743-333806364dfd" providerId="ADAL" clId="{9271F73E-AD4F-41DF-946B-066A2546C593}" dt="2026-02-22T08:32:03.105" v="1150" actId="26606"/>
          <ac:spMkLst>
            <pc:docMk/>
            <pc:sldMk cId="0" sldId="260"/>
            <ac:spMk id="12" creationId="{CD9FE4EF-C4D8-49A0-B2FF-81D8DB7D8A24}"/>
          </ac:spMkLst>
        </pc:spChg>
        <pc:spChg chg="add">
          <ac:chgData name="Cervantes, Daniel" userId="a1997015-9fb1-42ff-a743-333806364dfd" providerId="ADAL" clId="{9271F73E-AD4F-41DF-946B-066A2546C593}" dt="2026-02-22T08:32:03.105" v="1150" actId="26606"/>
          <ac:spMkLst>
            <pc:docMk/>
            <pc:sldMk cId="0" sldId="260"/>
            <ac:spMk id="14" creationId="{4300840D-0A0B-4512-BACA-B439D5B9C57C}"/>
          </ac:spMkLst>
        </pc:spChg>
        <pc:spChg chg="add">
          <ac:chgData name="Cervantes, Daniel" userId="a1997015-9fb1-42ff-a743-333806364dfd" providerId="ADAL" clId="{9271F73E-AD4F-41DF-946B-066A2546C593}" dt="2026-02-22T08:32:03.105" v="1150" actId="26606"/>
          <ac:spMkLst>
            <pc:docMk/>
            <pc:sldMk cId="0" sldId="260"/>
            <ac:spMk id="16" creationId="{D2B78728-A580-49A7-84F9-6EF6F583ADE0}"/>
          </ac:spMkLst>
        </pc:spChg>
        <pc:spChg chg="add">
          <ac:chgData name="Cervantes, Daniel" userId="a1997015-9fb1-42ff-a743-333806364dfd" providerId="ADAL" clId="{9271F73E-AD4F-41DF-946B-066A2546C593}" dt="2026-02-22T08:32:03.105" v="1150" actId="26606"/>
          <ac:spMkLst>
            <pc:docMk/>
            <pc:sldMk cId="0" sldId="260"/>
            <ac:spMk id="18" creationId="{38FAA1A1-D861-433F-88FA-1E9D6FD31D11}"/>
          </ac:spMkLst>
        </pc:spChg>
        <pc:spChg chg="add">
          <ac:chgData name="Cervantes, Daniel" userId="a1997015-9fb1-42ff-a743-333806364dfd" providerId="ADAL" clId="{9271F73E-AD4F-41DF-946B-066A2546C593}" dt="2026-02-22T08:32:03.105" v="1150" actId="26606"/>
          <ac:spMkLst>
            <pc:docMk/>
            <pc:sldMk cId="0" sldId="260"/>
            <ac:spMk id="20" creationId="{8D71EDA1-87BF-4D5D-AB79-F346FD19278A}"/>
          </ac:spMkLst>
        </pc:spChg>
        <pc:graphicFrameChg chg="add mod modGraphic">
          <ac:chgData name="Cervantes, Daniel" userId="a1997015-9fb1-42ff-a743-333806364dfd" providerId="ADAL" clId="{9271F73E-AD4F-41DF-946B-066A2546C593}" dt="2026-02-22T08:36:46.283" v="1181" actId="13249"/>
          <ac:graphicFrameMkLst>
            <pc:docMk/>
            <pc:sldMk cId="0" sldId="260"/>
            <ac:graphicFrameMk id="22" creationId="{408D3071-7E0C-DFB6-C99C-B9433A3A4CFE}"/>
          </ac:graphicFrameMkLst>
        </pc:graphicFrameChg>
      </pc:sldChg>
      <pc:sldChg chg="addSp modSp mod setBg">
        <pc:chgData name="Cervantes, Daniel" userId="a1997015-9fb1-42ff-a743-333806364dfd" providerId="ADAL" clId="{9271F73E-AD4F-41DF-946B-066A2546C593}" dt="2026-02-22T08:47:59.084" v="1436" actId="2711"/>
        <pc:sldMkLst>
          <pc:docMk/>
          <pc:sldMk cId="0" sldId="261"/>
        </pc:sldMkLst>
        <pc:spChg chg="mod">
          <ac:chgData name="Cervantes, Daniel" userId="a1997015-9fb1-42ff-a743-333806364dfd" providerId="ADAL" clId="{9271F73E-AD4F-41DF-946B-066A2546C593}" dt="2026-02-22T08:47:35.696" v="1435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Cervantes, Daniel" userId="a1997015-9fb1-42ff-a743-333806364dfd" providerId="ADAL" clId="{9271F73E-AD4F-41DF-946B-066A2546C593}" dt="2026-02-22T08:47:59.084" v="1436" actId="2711"/>
          <ac:spMkLst>
            <pc:docMk/>
            <pc:sldMk cId="0" sldId="261"/>
            <ac:spMk id="3" creationId="{00000000-0000-0000-0000-000000000000}"/>
          </ac:spMkLst>
        </pc:spChg>
        <pc:spChg chg="add">
          <ac:chgData name="Cervantes, Daniel" userId="a1997015-9fb1-42ff-a743-333806364dfd" providerId="ADAL" clId="{9271F73E-AD4F-41DF-946B-066A2546C593}" dt="2026-02-22T08:47:35.696" v="1435" actId="26606"/>
          <ac:spMkLst>
            <pc:docMk/>
            <pc:sldMk cId="0" sldId="261"/>
            <ac:spMk id="8" creationId="{09588DA8-065E-4F6F-8EFD-43104AB2E0CF}"/>
          </ac:spMkLst>
        </pc:spChg>
        <pc:spChg chg="add">
          <ac:chgData name="Cervantes, Daniel" userId="a1997015-9fb1-42ff-a743-333806364dfd" providerId="ADAL" clId="{9271F73E-AD4F-41DF-946B-066A2546C593}" dt="2026-02-22T08:47:35.696" v="1435" actId="26606"/>
          <ac:spMkLst>
            <pc:docMk/>
            <pc:sldMk cId="0" sldId="261"/>
            <ac:spMk id="10" creationId="{C4285719-470E-454C-AF62-8323075F1F5B}"/>
          </ac:spMkLst>
        </pc:spChg>
        <pc:spChg chg="add">
          <ac:chgData name="Cervantes, Daniel" userId="a1997015-9fb1-42ff-a743-333806364dfd" providerId="ADAL" clId="{9271F73E-AD4F-41DF-946B-066A2546C593}" dt="2026-02-22T08:47:35.696" v="1435" actId="26606"/>
          <ac:spMkLst>
            <pc:docMk/>
            <pc:sldMk cId="0" sldId="261"/>
            <ac:spMk id="12" creationId="{CD9FE4EF-C4D8-49A0-B2FF-81D8DB7D8A24}"/>
          </ac:spMkLst>
        </pc:spChg>
        <pc:spChg chg="add">
          <ac:chgData name="Cervantes, Daniel" userId="a1997015-9fb1-42ff-a743-333806364dfd" providerId="ADAL" clId="{9271F73E-AD4F-41DF-946B-066A2546C593}" dt="2026-02-22T08:47:35.696" v="1435" actId="26606"/>
          <ac:spMkLst>
            <pc:docMk/>
            <pc:sldMk cId="0" sldId="261"/>
            <ac:spMk id="14" creationId="{4300840D-0A0B-4512-BACA-B439D5B9C57C}"/>
          </ac:spMkLst>
        </pc:spChg>
        <pc:spChg chg="add">
          <ac:chgData name="Cervantes, Daniel" userId="a1997015-9fb1-42ff-a743-333806364dfd" providerId="ADAL" clId="{9271F73E-AD4F-41DF-946B-066A2546C593}" dt="2026-02-22T08:47:35.696" v="1435" actId="26606"/>
          <ac:spMkLst>
            <pc:docMk/>
            <pc:sldMk cId="0" sldId="261"/>
            <ac:spMk id="16" creationId="{D2B78728-A580-49A7-84F9-6EF6F583ADE0}"/>
          </ac:spMkLst>
        </pc:spChg>
        <pc:spChg chg="add">
          <ac:chgData name="Cervantes, Daniel" userId="a1997015-9fb1-42ff-a743-333806364dfd" providerId="ADAL" clId="{9271F73E-AD4F-41DF-946B-066A2546C593}" dt="2026-02-22T08:47:35.696" v="1435" actId="26606"/>
          <ac:spMkLst>
            <pc:docMk/>
            <pc:sldMk cId="0" sldId="261"/>
            <ac:spMk id="18" creationId="{38FAA1A1-D861-433F-88FA-1E9D6FD31D11}"/>
          </ac:spMkLst>
        </pc:spChg>
        <pc:spChg chg="add">
          <ac:chgData name="Cervantes, Daniel" userId="a1997015-9fb1-42ff-a743-333806364dfd" providerId="ADAL" clId="{9271F73E-AD4F-41DF-946B-066A2546C593}" dt="2026-02-22T08:47:35.696" v="1435" actId="26606"/>
          <ac:spMkLst>
            <pc:docMk/>
            <pc:sldMk cId="0" sldId="261"/>
            <ac:spMk id="20" creationId="{8D71EDA1-87BF-4D5D-AB79-F346FD19278A}"/>
          </ac:spMkLst>
        </pc:spChg>
      </pc:sldChg>
      <pc:sldChg chg="addSp modSp mod setBg">
        <pc:chgData name="Cervantes, Daniel" userId="a1997015-9fb1-42ff-a743-333806364dfd" providerId="ADAL" clId="{9271F73E-AD4F-41DF-946B-066A2546C593}" dt="2026-02-22T08:49:55.884" v="1448" actId="20577"/>
        <pc:sldMkLst>
          <pc:docMk/>
          <pc:sldMk cId="0" sldId="262"/>
        </pc:sldMkLst>
        <pc:spChg chg="mod">
          <ac:chgData name="Cervantes, Daniel" userId="a1997015-9fb1-42ff-a743-333806364dfd" providerId="ADAL" clId="{9271F73E-AD4F-41DF-946B-066A2546C593}" dt="2026-02-22T08:48:27.269" v="1437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Cervantes, Daniel" userId="a1997015-9fb1-42ff-a743-333806364dfd" providerId="ADAL" clId="{9271F73E-AD4F-41DF-946B-066A2546C593}" dt="2026-02-22T08:49:55.884" v="1448" actId="20577"/>
          <ac:spMkLst>
            <pc:docMk/>
            <pc:sldMk cId="0" sldId="262"/>
            <ac:spMk id="3" creationId="{00000000-0000-0000-0000-000000000000}"/>
          </ac:spMkLst>
        </pc:spChg>
        <pc:spChg chg="add">
          <ac:chgData name="Cervantes, Daniel" userId="a1997015-9fb1-42ff-a743-333806364dfd" providerId="ADAL" clId="{9271F73E-AD4F-41DF-946B-066A2546C593}" dt="2026-02-22T08:48:27.269" v="1437" actId="26606"/>
          <ac:spMkLst>
            <pc:docMk/>
            <pc:sldMk cId="0" sldId="262"/>
            <ac:spMk id="8" creationId="{1B15ED52-F352-441B-82BF-E0EA34836D08}"/>
          </ac:spMkLst>
        </pc:spChg>
        <pc:spChg chg="add">
          <ac:chgData name="Cervantes, Daniel" userId="a1997015-9fb1-42ff-a743-333806364dfd" providerId="ADAL" clId="{9271F73E-AD4F-41DF-946B-066A2546C593}" dt="2026-02-22T08:48:27.269" v="1437" actId="26606"/>
          <ac:spMkLst>
            <pc:docMk/>
            <pc:sldMk cId="0" sldId="262"/>
            <ac:spMk id="10" creationId="{3B2E3793-BFE6-45A2-9B7B-E18844431C99}"/>
          </ac:spMkLst>
        </pc:spChg>
        <pc:spChg chg="add">
          <ac:chgData name="Cervantes, Daniel" userId="a1997015-9fb1-42ff-a743-333806364dfd" providerId="ADAL" clId="{9271F73E-AD4F-41DF-946B-066A2546C593}" dt="2026-02-22T08:48:27.269" v="1437" actId="26606"/>
          <ac:spMkLst>
            <pc:docMk/>
            <pc:sldMk cId="0" sldId="262"/>
            <ac:spMk id="12" creationId="{BC4C4868-CB8F-4AF9-9CDB-8108F2C19B67}"/>
          </ac:spMkLst>
        </pc:spChg>
        <pc:spChg chg="add">
          <ac:chgData name="Cervantes, Daniel" userId="a1997015-9fb1-42ff-a743-333806364dfd" providerId="ADAL" clId="{9271F73E-AD4F-41DF-946B-066A2546C593}" dt="2026-02-22T08:48:27.269" v="1437" actId="26606"/>
          <ac:spMkLst>
            <pc:docMk/>
            <pc:sldMk cId="0" sldId="262"/>
            <ac:spMk id="14" creationId="{375E0459-6403-40CD-989D-56A4407CA12E}"/>
          </ac:spMkLst>
        </pc:spChg>
        <pc:spChg chg="add">
          <ac:chgData name="Cervantes, Daniel" userId="a1997015-9fb1-42ff-a743-333806364dfd" providerId="ADAL" clId="{9271F73E-AD4F-41DF-946B-066A2546C593}" dt="2026-02-22T08:48:27.269" v="1437" actId="26606"/>
          <ac:spMkLst>
            <pc:docMk/>
            <pc:sldMk cId="0" sldId="262"/>
            <ac:spMk id="16" creationId="{53E5B1A8-3AC9-4BD1-9BBC-78CA94F2D1BA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B435CD-8CCD-46FC-8D38-244E491F7327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5AC953-742F-4695-BBEB-0940F2EEAFB5}">
      <dgm:prSet/>
      <dgm:spPr/>
      <dgm:t>
        <a:bodyPr/>
        <a:lstStyle/>
        <a:p>
          <a:r>
            <a:rPr lang="en-US"/>
            <a:t>Product Backlog Creation</a:t>
          </a:r>
        </a:p>
      </dgm:t>
    </dgm:pt>
    <dgm:pt modelId="{192BC013-17AA-4E41-8A48-1800342D927D}" type="parTrans" cxnId="{84CBAE94-110A-4170-B92A-E195E6AA8A33}">
      <dgm:prSet/>
      <dgm:spPr/>
      <dgm:t>
        <a:bodyPr/>
        <a:lstStyle/>
        <a:p>
          <a:endParaRPr lang="en-US"/>
        </a:p>
      </dgm:t>
    </dgm:pt>
    <dgm:pt modelId="{99D910F7-EF5F-455B-B5ED-6B248A42B74B}" type="sibTrans" cxnId="{84CBAE94-110A-4170-B92A-E195E6AA8A33}">
      <dgm:prSet/>
      <dgm:spPr/>
      <dgm:t>
        <a:bodyPr/>
        <a:lstStyle/>
        <a:p>
          <a:endParaRPr lang="en-US"/>
        </a:p>
      </dgm:t>
    </dgm:pt>
    <dgm:pt modelId="{9C661303-3853-4C16-9F52-60BF1D0209E9}">
      <dgm:prSet/>
      <dgm:spPr/>
      <dgm:t>
        <a:bodyPr/>
        <a:lstStyle/>
        <a:p>
          <a:r>
            <a:rPr lang="en-US"/>
            <a:t>Sprint Planning</a:t>
          </a:r>
        </a:p>
      </dgm:t>
    </dgm:pt>
    <dgm:pt modelId="{F2E9C775-E0D6-442A-AC82-9644996654B0}" type="parTrans" cxnId="{0296E213-223C-4C8F-BE63-59533EA472CC}">
      <dgm:prSet/>
      <dgm:spPr/>
      <dgm:t>
        <a:bodyPr/>
        <a:lstStyle/>
        <a:p>
          <a:endParaRPr lang="en-US"/>
        </a:p>
      </dgm:t>
    </dgm:pt>
    <dgm:pt modelId="{86E9EB13-61EF-4214-8D23-6935F0406086}" type="sibTrans" cxnId="{0296E213-223C-4C8F-BE63-59533EA472CC}">
      <dgm:prSet/>
      <dgm:spPr/>
      <dgm:t>
        <a:bodyPr/>
        <a:lstStyle/>
        <a:p>
          <a:endParaRPr lang="en-US"/>
        </a:p>
      </dgm:t>
    </dgm:pt>
    <dgm:pt modelId="{2921071E-CDD3-4274-9A9A-900B3879ECAA}">
      <dgm:prSet/>
      <dgm:spPr/>
      <dgm:t>
        <a:bodyPr/>
        <a:lstStyle/>
        <a:p>
          <a:r>
            <a:rPr lang="en-US"/>
            <a:t>Sprint Execution</a:t>
          </a:r>
        </a:p>
      </dgm:t>
    </dgm:pt>
    <dgm:pt modelId="{B6E78BDD-329F-42C1-B2C4-44933E002C8A}" type="parTrans" cxnId="{BEDC93A8-94BF-4E99-B952-859D65464868}">
      <dgm:prSet/>
      <dgm:spPr/>
      <dgm:t>
        <a:bodyPr/>
        <a:lstStyle/>
        <a:p>
          <a:endParaRPr lang="en-US"/>
        </a:p>
      </dgm:t>
    </dgm:pt>
    <dgm:pt modelId="{EC759B0F-91CA-4185-9F87-98C5C0F5720B}" type="sibTrans" cxnId="{BEDC93A8-94BF-4E99-B952-859D65464868}">
      <dgm:prSet/>
      <dgm:spPr/>
      <dgm:t>
        <a:bodyPr/>
        <a:lstStyle/>
        <a:p>
          <a:endParaRPr lang="en-US"/>
        </a:p>
      </dgm:t>
    </dgm:pt>
    <dgm:pt modelId="{0EA36B63-2706-467D-ACF6-075649152141}">
      <dgm:prSet/>
      <dgm:spPr/>
      <dgm:t>
        <a:bodyPr/>
        <a:lstStyle/>
        <a:p>
          <a:r>
            <a:rPr lang="en-US"/>
            <a:t>Daily Scrums</a:t>
          </a:r>
        </a:p>
      </dgm:t>
    </dgm:pt>
    <dgm:pt modelId="{0221D34A-F60C-4491-817C-0BEBBAF9044C}" type="parTrans" cxnId="{635D394C-FE85-4865-975C-7F8C8977FBD7}">
      <dgm:prSet/>
      <dgm:spPr/>
      <dgm:t>
        <a:bodyPr/>
        <a:lstStyle/>
        <a:p>
          <a:endParaRPr lang="en-US"/>
        </a:p>
      </dgm:t>
    </dgm:pt>
    <dgm:pt modelId="{51C45DFE-C7D9-4425-A48F-55BA1F3DEE3D}" type="sibTrans" cxnId="{635D394C-FE85-4865-975C-7F8C8977FBD7}">
      <dgm:prSet/>
      <dgm:spPr/>
      <dgm:t>
        <a:bodyPr/>
        <a:lstStyle/>
        <a:p>
          <a:endParaRPr lang="en-US"/>
        </a:p>
      </dgm:t>
    </dgm:pt>
    <dgm:pt modelId="{4F2E6B09-8135-463C-892E-B063478BDF4F}">
      <dgm:prSet/>
      <dgm:spPr/>
      <dgm:t>
        <a:bodyPr/>
        <a:lstStyle/>
        <a:p>
          <a:r>
            <a:rPr lang="en-US"/>
            <a:t>Sprint Review</a:t>
          </a:r>
        </a:p>
      </dgm:t>
    </dgm:pt>
    <dgm:pt modelId="{2F88BC65-9E76-48E6-8591-F130A758F009}" type="parTrans" cxnId="{5BDC2395-7150-4B50-BFFC-0792CBAFC501}">
      <dgm:prSet/>
      <dgm:spPr/>
      <dgm:t>
        <a:bodyPr/>
        <a:lstStyle/>
        <a:p>
          <a:endParaRPr lang="en-US"/>
        </a:p>
      </dgm:t>
    </dgm:pt>
    <dgm:pt modelId="{3B78E727-3BA2-4F4A-B1EF-A678C4DCAB37}" type="sibTrans" cxnId="{5BDC2395-7150-4B50-BFFC-0792CBAFC501}">
      <dgm:prSet/>
      <dgm:spPr/>
      <dgm:t>
        <a:bodyPr/>
        <a:lstStyle/>
        <a:p>
          <a:endParaRPr lang="en-US"/>
        </a:p>
      </dgm:t>
    </dgm:pt>
    <dgm:pt modelId="{4BB4830D-8E8F-4460-96BF-40B7D10C2EA8}">
      <dgm:prSet/>
      <dgm:spPr/>
      <dgm:t>
        <a:bodyPr/>
        <a:lstStyle/>
        <a:p>
          <a:r>
            <a:rPr lang="en-US"/>
            <a:t>Sprint Retrospective</a:t>
          </a:r>
        </a:p>
      </dgm:t>
    </dgm:pt>
    <dgm:pt modelId="{4A1A5C65-FB97-4FD3-B605-401E9EFF89A3}" type="parTrans" cxnId="{204B88F2-CA6C-4407-AC93-6E4ADBB95167}">
      <dgm:prSet/>
      <dgm:spPr/>
      <dgm:t>
        <a:bodyPr/>
        <a:lstStyle/>
        <a:p>
          <a:endParaRPr lang="en-US"/>
        </a:p>
      </dgm:t>
    </dgm:pt>
    <dgm:pt modelId="{0F9931C6-B49F-480F-9CAD-2A43BC54755E}" type="sibTrans" cxnId="{204B88F2-CA6C-4407-AC93-6E4ADBB95167}">
      <dgm:prSet/>
      <dgm:spPr/>
      <dgm:t>
        <a:bodyPr/>
        <a:lstStyle/>
        <a:p>
          <a:endParaRPr lang="en-US"/>
        </a:p>
      </dgm:t>
    </dgm:pt>
    <dgm:pt modelId="{829F1D28-8209-445F-919F-D354448885BD}">
      <dgm:prSet/>
      <dgm:spPr/>
      <dgm:t>
        <a:bodyPr/>
        <a:lstStyle/>
        <a:p>
          <a:r>
            <a:rPr lang="en-US"/>
            <a:t>Continuous Backlog Refinement</a:t>
          </a:r>
        </a:p>
      </dgm:t>
    </dgm:pt>
    <dgm:pt modelId="{2338ED5D-B4D1-44A4-A876-A7829883B3EF}" type="parTrans" cxnId="{62CBD004-5F04-4EA2-89D1-B8915FD97812}">
      <dgm:prSet/>
      <dgm:spPr/>
      <dgm:t>
        <a:bodyPr/>
        <a:lstStyle/>
        <a:p>
          <a:endParaRPr lang="en-US"/>
        </a:p>
      </dgm:t>
    </dgm:pt>
    <dgm:pt modelId="{4C81894A-D9CA-4B02-8ACA-5A2531BF7790}" type="sibTrans" cxnId="{62CBD004-5F04-4EA2-89D1-B8915FD97812}">
      <dgm:prSet/>
      <dgm:spPr/>
      <dgm:t>
        <a:bodyPr/>
        <a:lstStyle/>
        <a:p>
          <a:endParaRPr lang="en-US"/>
        </a:p>
      </dgm:t>
    </dgm:pt>
    <dgm:pt modelId="{B62C7A62-1531-4C52-BEDF-69C6F2E727BD}">
      <dgm:prSet/>
      <dgm:spPr/>
      <dgm:t>
        <a:bodyPr/>
        <a:lstStyle/>
        <a:p>
          <a:r>
            <a:rPr lang="en-US" dirty="0"/>
            <a:t>Agile integrates design, development, and testing continuously rather than sequentially.</a:t>
          </a:r>
        </a:p>
      </dgm:t>
    </dgm:pt>
    <dgm:pt modelId="{1729C2DB-0000-41EA-8948-730CDFD3FEAC}" type="parTrans" cxnId="{92EC805F-16B2-40D7-A44A-30095B170618}">
      <dgm:prSet/>
      <dgm:spPr/>
      <dgm:t>
        <a:bodyPr/>
        <a:lstStyle/>
        <a:p>
          <a:endParaRPr lang="en-US"/>
        </a:p>
      </dgm:t>
    </dgm:pt>
    <dgm:pt modelId="{9C7D1910-1ED5-417C-8CA3-A93F56DB4A77}" type="sibTrans" cxnId="{92EC805F-16B2-40D7-A44A-30095B170618}">
      <dgm:prSet/>
      <dgm:spPr/>
      <dgm:t>
        <a:bodyPr/>
        <a:lstStyle/>
        <a:p>
          <a:endParaRPr lang="en-US"/>
        </a:p>
      </dgm:t>
    </dgm:pt>
    <dgm:pt modelId="{9078E60C-2CBD-4BF1-85FA-A7727E1410EA}" type="pres">
      <dgm:prSet presAssocID="{A6B435CD-8CCD-46FC-8D38-244E491F7327}" presName="Name0" presStyleCnt="0">
        <dgm:presLayoutVars>
          <dgm:dir/>
          <dgm:animLvl val="lvl"/>
          <dgm:resizeHandles val="exact"/>
        </dgm:presLayoutVars>
      </dgm:prSet>
      <dgm:spPr/>
    </dgm:pt>
    <dgm:pt modelId="{3949793E-5328-4E34-AD87-1977F277FD74}" type="pres">
      <dgm:prSet presAssocID="{E65AC953-742F-4695-BBEB-0940F2EEAFB5}" presName="linNode" presStyleCnt="0"/>
      <dgm:spPr/>
    </dgm:pt>
    <dgm:pt modelId="{C43CFA7F-F21D-4911-9190-C4D601F6DD1E}" type="pres">
      <dgm:prSet presAssocID="{E65AC953-742F-4695-BBEB-0940F2EEAFB5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D9FD0E4E-7064-4542-BD90-E931FBBEA3FD}" type="pres">
      <dgm:prSet presAssocID="{99D910F7-EF5F-455B-B5ED-6B248A42B74B}" presName="sp" presStyleCnt="0"/>
      <dgm:spPr/>
    </dgm:pt>
    <dgm:pt modelId="{C96176B2-3BAA-40D2-AE80-68D819E7E78C}" type="pres">
      <dgm:prSet presAssocID="{9C661303-3853-4C16-9F52-60BF1D0209E9}" presName="linNode" presStyleCnt="0"/>
      <dgm:spPr/>
    </dgm:pt>
    <dgm:pt modelId="{9A57C6F8-56A4-47D0-A6CE-9E1B361E6695}" type="pres">
      <dgm:prSet presAssocID="{9C661303-3853-4C16-9F52-60BF1D0209E9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5FAF005F-894C-4428-B8B5-65FD246D1007}" type="pres">
      <dgm:prSet presAssocID="{86E9EB13-61EF-4214-8D23-6935F0406086}" presName="sp" presStyleCnt="0"/>
      <dgm:spPr/>
    </dgm:pt>
    <dgm:pt modelId="{B0B62FCE-5EAC-4BF2-B2AA-DF7C53F97DB9}" type="pres">
      <dgm:prSet presAssocID="{2921071E-CDD3-4274-9A9A-900B3879ECAA}" presName="linNode" presStyleCnt="0"/>
      <dgm:spPr/>
    </dgm:pt>
    <dgm:pt modelId="{622012E7-C296-4CF5-82B3-10EA62A5FFDE}" type="pres">
      <dgm:prSet presAssocID="{2921071E-CDD3-4274-9A9A-900B3879ECAA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513F52BA-2BF3-46B8-9113-1C0CA4E390C9}" type="pres">
      <dgm:prSet presAssocID="{EC759B0F-91CA-4185-9F87-98C5C0F5720B}" presName="sp" presStyleCnt="0"/>
      <dgm:spPr/>
    </dgm:pt>
    <dgm:pt modelId="{7088C652-DEA6-4559-8804-1605DA175838}" type="pres">
      <dgm:prSet presAssocID="{0EA36B63-2706-467D-ACF6-075649152141}" presName="linNode" presStyleCnt="0"/>
      <dgm:spPr/>
    </dgm:pt>
    <dgm:pt modelId="{C9CF6179-F06F-4277-9986-D808CA72B503}" type="pres">
      <dgm:prSet presAssocID="{0EA36B63-2706-467D-ACF6-075649152141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1F2EE106-9A69-476D-8101-87A3ECF9353A}" type="pres">
      <dgm:prSet presAssocID="{51C45DFE-C7D9-4425-A48F-55BA1F3DEE3D}" presName="sp" presStyleCnt="0"/>
      <dgm:spPr/>
    </dgm:pt>
    <dgm:pt modelId="{5A24A3B6-2D52-42DB-941F-B9F1DC329890}" type="pres">
      <dgm:prSet presAssocID="{4F2E6B09-8135-463C-892E-B063478BDF4F}" presName="linNode" presStyleCnt="0"/>
      <dgm:spPr/>
    </dgm:pt>
    <dgm:pt modelId="{CA0B388D-C3C4-4190-AA30-3FC5BDE86423}" type="pres">
      <dgm:prSet presAssocID="{4F2E6B09-8135-463C-892E-B063478BDF4F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E2F251CA-DCE2-42D5-95A2-B04D6382471E}" type="pres">
      <dgm:prSet presAssocID="{3B78E727-3BA2-4F4A-B1EF-A678C4DCAB37}" presName="sp" presStyleCnt="0"/>
      <dgm:spPr/>
    </dgm:pt>
    <dgm:pt modelId="{34FCB44B-5415-4AFA-8A74-66903471C1FC}" type="pres">
      <dgm:prSet presAssocID="{4BB4830D-8E8F-4460-96BF-40B7D10C2EA8}" presName="linNode" presStyleCnt="0"/>
      <dgm:spPr/>
    </dgm:pt>
    <dgm:pt modelId="{341EFD20-7466-4AF3-B722-0BA46977DBBB}" type="pres">
      <dgm:prSet presAssocID="{4BB4830D-8E8F-4460-96BF-40B7D10C2EA8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F5DAED9D-5A36-49DD-A8B6-3B9A3680854D}" type="pres">
      <dgm:prSet presAssocID="{0F9931C6-B49F-480F-9CAD-2A43BC54755E}" presName="sp" presStyleCnt="0"/>
      <dgm:spPr/>
    </dgm:pt>
    <dgm:pt modelId="{F21F44D1-C16E-4F28-95AF-9109941D86B4}" type="pres">
      <dgm:prSet presAssocID="{829F1D28-8209-445F-919F-D354448885BD}" presName="linNode" presStyleCnt="0"/>
      <dgm:spPr/>
    </dgm:pt>
    <dgm:pt modelId="{984F4F7B-7CB4-4F9E-9F42-B7A2EF3B76E6}" type="pres">
      <dgm:prSet presAssocID="{829F1D28-8209-445F-919F-D354448885BD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2E22F97C-E899-4ABD-A4BF-16FA72B363AF}" type="pres">
      <dgm:prSet presAssocID="{4C81894A-D9CA-4B02-8ACA-5A2531BF7790}" presName="sp" presStyleCnt="0"/>
      <dgm:spPr/>
    </dgm:pt>
    <dgm:pt modelId="{D955FDF4-D0E0-4960-B3AC-2596CE363C93}" type="pres">
      <dgm:prSet presAssocID="{B62C7A62-1531-4C52-BEDF-69C6F2E727BD}" presName="linNode" presStyleCnt="0"/>
      <dgm:spPr/>
    </dgm:pt>
    <dgm:pt modelId="{23F1C81E-EC25-41A0-87FA-D79F3F435AFA}" type="pres">
      <dgm:prSet presAssocID="{B62C7A62-1531-4C52-BEDF-69C6F2E727BD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62CBD004-5F04-4EA2-89D1-B8915FD97812}" srcId="{A6B435CD-8CCD-46FC-8D38-244E491F7327}" destId="{829F1D28-8209-445F-919F-D354448885BD}" srcOrd="6" destOrd="0" parTransId="{2338ED5D-B4D1-44A4-A876-A7829883B3EF}" sibTransId="{4C81894A-D9CA-4B02-8ACA-5A2531BF7790}"/>
    <dgm:cxn modelId="{2C354D10-3B40-4D1D-8555-F62343359310}" type="presOf" srcId="{0EA36B63-2706-467D-ACF6-075649152141}" destId="{C9CF6179-F06F-4277-9986-D808CA72B503}" srcOrd="0" destOrd="0" presId="urn:microsoft.com/office/officeart/2005/8/layout/vList5"/>
    <dgm:cxn modelId="{0296E213-223C-4C8F-BE63-59533EA472CC}" srcId="{A6B435CD-8CCD-46FC-8D38-244E491F7327}" destId="{9C661303-3853-4C16-9F52-60BF1D0209E9}" srcOrd="1" destOrd="0" parTransId="{F2E9C775-E0D6-442A-AC82-9644996654B0}" sibTransId="{86E9EB13-61EF-4214-8D23-6935F0406086}"/>
    <dgm:cxn modelId="{6BA8A41B-D944-416D-8E81-2593D0FC20AD}" type="presOf" srcId="{A6B435CD-8CCD-46FC-8D38-244E491F7327}" destId="{9078E60C-2CBD-4BF1-85FA-A7727E1410EA}" srcOrd="0" destOrd="0" presId="urn:microsoft.com/office/officeart/2005/8/layout/vList5"/>
    <dgm:cxn modelId="{B95E1126-5914-4057-8F55-DA1638D453EB}" type="presOf" srcId="{9C661303-3853-4C16-9F52-60BF1D0209E9}" destId="{9A57C6F8-56A4-47D0-A6CE-9E1B361E6695}" srcOrd="0" destOrd="0" presId="urn:microsoft.com/office/officeart/2005/8/layout/vList5"/>
    <dgm:cxn modelId="{2F430534-6B63-42AA-B778-A40BB6BAE3BF}" type="presOf" srcId="{829F1D28-8209-445F-919F-D354448885BD}" destId="{984F4F7B-7CB4-4F9E-9F42-B7A2EF3B76E6}" srcOrd="0" destOrd="0" presId="urn:microsoft.com/office/officeart/2005/8/layout/vList5"/>
    <dgm:cxn modelId="{DF2B6D3B-DED7-4F99-90B3-C192019CB70A}" type="presOf" srcId="{2921071E-CDD3-4274-9A9A-900B3879ECAA}" destId="{622012E7-C296-4CF5-82B3-10EA62A5FFDE}" srcOrd="0" destOrd="0" presId="urn:microsoft.com/office/officeart/2005/8/layout/vList5"/>
    <dgm:cxn modelId="{92EC805F-16B2-40D7-A44A-30095B170618}" srcId="{A6B435CD-8CCD-46FC-8D38-244E491F7327}" destId="{B62C7A62-1531-4C52-BEDF-69C6F2E727BD}" srcOrd="7" destOrd="0" parTransId="{1729C2DB-0000-41EA-8948-730CDFD3FEAC}" sibTransId="{9C7D1910-1ED5-417C-8CA3-A93F56DB4A77}"/>
    <dgm:cxn modelId="{28851A68-35E1-42ED-8243-CFEB781E17C5}" type="presOf" srcId="{B62C7A62-1531-4C52-BEDF-69C6F2E727BD}" destId="{23F1C81E-EC25-41A0-87FA-D79F3F435AFA}" srcOrd="0" destOrd="0" presId="urn:microsoft.com/office/officeart/2005/8/layout/vList5"/>
    <dgm:cxn modelId="{635D394C-FE85-4865-975C-7F8C8977FBD7}" srcId="{A6B435CD-8CCD-46FC-8D38-244E491F7327}" destId="{0EA36B63-2706-467D-ACF6-075649152141}" srcOrd="3" destOrd="0" parTransId="{0221D34A-F60C-4491-817C-0BEBBAF9044C}" sibTransId="{51C45DFE-C7D9-4425-A48F-55BA1F3DEE3D}"/>
    <dgm:cxn modelId="{26748F75-4C96-4013-AA24-BAC0516E7AC0}" type="presOf" srcId="{4F2E6B09-8135-463C-892E-B063478BDF4F}" destId="{CA0B388D-C3C4-4190-AA30-3FC5BDE86423}" srcOrd="0" destOrd="0" presId="urn:microsoft.com/office/officeart/2005/8/layout/vList5"/>
    <dgm:cxn modelId="{84CBAE94-110A-4170-B92A-E195E6AA8A33}" srcId="{A6B435CD-8CCD-46FC-8D38-244E491F7327}" destId="{E65AC953-742F-4695-BBEB-0940F2EEAFB5}" srcOrd="0" destOrd="0" parTransId="{192BC013-17AA-4E41-8A48-1800342D927D}" sibTransId="{99D910F7-EF5F-455B-B5ED-6B248A42B74B}"/>
    <dgm:cxn modelId="{5BDC2395-7150-4B50-BFFC-0792CBAFC501}" srcId="{A6B435CD-8CCD-46FC-8D38-244E491F7327}" destId="{4F2E6B09-8135-463C-892E-B063478BDF4F}" srcOrd="4" destOrd="0" parTransId="{2F88BC65-9E76-48E6-8591-F130A758F009}" sibTransId="{3B78E727-3BA2-4F4A-B1EF-A678C4DCAB37}"/>
    <dgm:cxn modelId="{BEDC93A8-94BF-4E99-B952-859D65464868}" srcId="{A6B435CD-8CCD-46FC-8D38-244E491F7327}" destId="{2921071E-CDD3-4274-9A9A-900B3879ECAA}" srcOrd="2" destOrd="0" parTransId="{B6E78BDD-329F-42C1-B2C4-44933E002C8A}" sibTransId="{EC759B0F-91CA-4185-9F87-98C5C0F5720B}"/>
    <dgm:cxn modelId="{BB43FAC2-3CCB-4240-8033-3240FD70310D}" type="presOf" srcId="{E65AC953-742F-4695-BBEB-0940F2EEAFB5}" destId="{C43CFA7F-F21D-4911-9190-C4D601F6DD1E}" srcOrd="0" destOrd="0" presId="urn:microsoft.com/office/officeart/2005/8/layout/vList5"/>
    <dgm:cxn modelId="{204B88F2-CA6C-4407-AC93-6E4ADBB95167}" srcId="{A6B435CD-8CCD-46FC-8D38-244E491F7327}" destId="{4BB4830D-8E8F-4460-96BF-40B7D10C2EA8}" srcOrd="5" destOrd="0" parTransId="{4A1A5C65-FB97-4FD3-B605-401E9EFF89A3}" sibTransId="{0F9931C6-B49F-480F-9CAD-2A43BC54755E}"/>
    <dgm:cxn modelId="{7E73C6F5-F554-4A29-BA09-FDA74C380B46}" type="presOf" srcId="{4BB4830D-8E8F-4460-96BF-40B7D10C2EA8}" destId="{341EFD20-7466-4AF3-B722-0BA46977DBBB}" srcOrd="0" destOrd="0" presId="urn:microsoft.com/office/officeart/2005/8/layout/vList5"/>
    <dgm:cxn modelId="{315A419F-E8D2-428D-B429-3149506B74F9}" type="presParOf" srcId="{9078E60C-2CBD-4BF1-85FA-A7727E1410EA}" destId="{3949793E-5328-4E34-AD87-1977F277FD74}" srcOrd="0" destOrd="0" presId="urn:microsoft.com/office/officeart/2005/8/layout/vList5"/>
    <dgm:cxn modelId="{CC4E17AD-60A0-49D2-BD21-B89E005E175E}" type="presParOf" srcId="{3949793E-5328-4E34-AD87-1977F277FD74}" destId="{C43CFA7F-F21D-4911-9190-C4D601F6DD1E}" srcOrd="0" destOrd="0" presId="urn:microsoft.com/office/officeart/2005/8/layout/vList5"/>
    <dgm:cxn modelId="{752DE761-181D-474B-8AD9-3C77987C66C2}" type="presParOf" srcId="{9078E60C-2CBD-4BF1-85FA-A7727E1410EA}" destId="{D9FD0E4E-7064-4542-BD90-E931FBBEA3FD}" srcOrd="1" destOrd="0" presId="urn:microsoft.com/office/officeart/2005/8/layout/vList5"/>
    <dgm:cxn modelId="{14FB438A-76EE-4D60-B4BF-8BDB35EB8837}" type="presParOf" srcId="{9078E60C-2CBD-4BF1-85FA-A7727E1410EA}" destId="{C96176B2-3BAA-40D2-AE80-68D819E7E78C}" srcOrd="2" destOrd="0" presId="urn:microsoft.com/office/officeart/2005/8/layout/vList5"/>
    <dgm:cxn modelId="{9A978204-F957-47A3-8FE2-0A23F7C077EA}" type="presParOf" srcId="{C96176B2-3BAA-40D2-AE80-68D819E7E78C}" destId="{9A57C6F8-56A4-47D0-A6CE-9E1B361E6695}" srcOrd="0" destOrd="0" presId="urn:microsoft.com/office/officeart/2005/8/layout/vList5"/>
    <dgm:cxn modelId="{ABEB7348-D199-4671-AD5F-8A0CB43E6EFA}" type="presParOf" srcId="{9078E60C-2CBD-4BF1-85FA-A7727E1410EA}" destId="{5FAF005F-894C-4428-B8B5-65FD246D1007}" srcOrd="3" destOrd="0" presId="urn:microsoft.com/office/officeart/2005/8/layout/vList5"/>
    <dgm:cxn modelId="{F818E706-E29D-48BB-B1D7-CAE9A02C8199}" type="presParOf" srcId="{9078E60C-2CBD-4BF1-85FA-A7727E1410EA}" destId="{B0B62FCE-5EAC-4BF2-B2AA-DF7C53F97DB9}" srcOrd="4" destOrd="0" presId="urn:microsoft.com/office/officeart/2005/8/layout/vList5"/>
    <dgm:cxn modelId="{9D262E06-1A36-489C-B01C-6947766EDC78}" type="presParOf" srcId="{B0B62FCE-5EAC-4BF2-B2AA-DF7C53F97DB9}" destId="{622012E7-C296-4CF5-82B3-10EA62A5FFDE}" srcOrd="0" destOrd="0" presId="urn:microsoft.com/office/officeart/2005/8/layout/vList5"/>
    <dgm:cxn modelId="{A557B09E-46AF-41D3-987B-8E786C860C1F}" type="presParOf" srcId="{9078E60C-2CBD-4BF1-85FA-A7727E1410EA}" destId="{513F52BA-2BF3-46B8-9113-1C0CA4E390C9}" srcOrd="5" destOrd="0" presId="urn:microsoft.com/office/officeart/2005/8/layout/vList5"/>
    <dgm:cxn modelId="{153CAB57-EDD5-4270-AFB8-E5002FDB78C2}" type="presParOf" srcId="{9078E60C-2CBD-4BF1-85FA-A7727E1410EA}" destId="{7088C652-DEA6-4559-8804-1605DA175838}" srcOrd="6" destOrd="0" presId="urn:microsoft.com/office/officeart/2005/8/layout/vList5"/>
    <dgm:cxn modelId="{B4704BAF-118F-4BEA-A8B7-5635AD883BFB}" type="presParOf" srcId="{7088C652-DEA6-4559-8804-1605DA175838}" destId="{C9CF6179-F06F-4277-9986-D808CA72B503}" srcOrd="0" destOrd="0" presId="urn:microsoft.com/office/officeart/2005/8/layout/vList5"/>
    <dgm:cxn modelId="{9A20427E-3373-43B3-94F3-7D603BE26921}" type="presParOf" srcId="{9078E60C-2CBD-4BF1-85FA-A7727E1410EA}" destId="{1F2EE106-9A69-476D-8101-87A3ECF9353A}" srcOrd="7" destOrd="0" presId="urn:microsoft.com/office/officeart/2005/8/layout/vList5"/>
    <dgm:cxn modelId="{28FBD7D5-D24D-4B35-974E-7E6C7C4D000F}" type="presParOf" srcId="{9078E60C-2CBD-4BF1-85FA-A7727E1410EA}" destId="{5A24A3B6-2D52-42DB-941F-B9F1DC329890}" srcOrd="8" destOrd="0" presId="urn:microsoft.com/office/officeart/2005/8/layout/vList5"/>
    <dgm:cxn modelId="{2BD97117-7B58-4431-8C03-6BDE1519912C}" type="presParOf" srcId="{5A24A3B6-2D52-42DB-941F-B9F1DC329890}" destId="{CA0B388D-C3C4-4190-AA30-3FC5BDE86423}" srcOrd="0" destOrd="0" presId="urn:microsoft.com/office/officeart/2005/8/layout/vList5"/>
    <dgm:cxn modelId="{63E64F9B-704F-44A4-BCE2-87301C724CAC}" type="presParOf" srcId="{9078E60C-2CBD-4BF1-85FA-A7727E1410EA}" destId="{E2F251CA-DCE2-42D5-95A2-B04D6382471E}" srcOrd="9" destOrd="0" presId="urn:microsoft.com/office/officeart/2005/8/layout/vList5"/>
    <dgm:cxn modelId="{A1865044-86E1-4553-8F18-9FE34602A6F2}" type="presParOf" srcId="{9078E60C-2CBD-4BF1-85FA-A7727E1410EA}" destId="{34FCB44B-5415-4AFA-8A74-66903471C1FC}" srcOrd="10" destOrd="0" presId="urn:microsoft.com/office/officeart/2005/8/layout/vList5"/>
    <dgm:cxn modelId="{5FE5F5F2-458F-4D84-AF75-4F7A4710C3E7}" type="presParOf" srcId="{34FCB44B-5415-4AFA-8A74-66903471C1FC}" destId="{341EFD20-7466-4AF3-B722-0BA46977DBBB}" srcOrd="0" destOrd="0" presId="urn:microsoft.com/office/officeart/2005/8/layout/vList5"/>
    <dgm:cxn modelId="{E6E19C0B-C929-488E-992D-4E84DEF00961}" type="presParOf" srcId="{9078E60C-2CBD-4BF1-85FA-A7727E1410EA}" destId="{F5DAED9D-5A36-49DD-A8B6-3B9A3680854D}" srcOrd="11" destOrd="0" presId="urn:microsoft.com/office/officeart/2005/8/layout/vList5"/>
    <dgm:cxn modelId="{5E253C24-22FA-4B6D-9E36-9F71A2461ED6}" type="presParOf" srcId="{9078E60C-2CBD-4BF1-85FA-A7727E1410EA}" destId="{F21F44D1-C16E-4F28-95AF-9109941D86B4}" srcOrd="12" destOrd="0" presId="urn:microsoft.com/office/officeart/2005/8/layout/vList5"/>
    <dgm:cxn modelId="{BA521CDF-A573-42D1-9591-C4D3471A9D03}" type="presParOf" srcId="{F21F44D1-C16E-4F28-95AF-9109941D86B4}" destId="{984F4F7B-7CB4-4F9E-9F42-B7A2EF3B76E6}" srcOrd="0" destOrd="0" presId="urn:microsoft.com/office/officeart/2005/8/layout/vList5"/>
    <dgm:cxn modelId="{4D6DEA43-4C25-44D3-BAD7-86FD5E2EA877}" type="presParOf" srcId="{9078E60C-2CBD-4BF1-85FA-A7727E1410EA}" destId="{2E22F97C-E899-4ABD-A4BF-16FA72B363AF}" srcOrd="13" destOrd="0" presId="urn:microsoft.com/office/officeart/2005/8/layout/vList5"/>
    <dgm:cxn modelId="{277CF0F6-EA04-4649-97AE-1DF13F3DBF14}" type="presParOf" srcId="{9078E60C-2CBD-4BF1-85FA-A7727E1410EA}" destId="{D955FDF4-D0E0-4960-B3AC-2596CE363C93}" srcOrd="14" destOrd="0" presId="urn:microsoft.com/office/officeart/2005/8/layout/vList5"/>
    <dgm:cxn modelId="{E77FA6A6-0A73-46E0-BF21-7C8B29D49329}" type="presParOf" srcId="{D955FDF4-D0E0-4960-B3AC-2596CE363C93}" destId="{23F1C81E-EC25-41A0-87FA-D79F3F435AF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D43AF8-739F-4522-92F4-5E15A05A6A82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A3C960-DEAE-4D61-826E-C609D99BC69F}">
      <dgm:prSet/>
      <dgm:spPr/>
      <dgm:t>
        <a:bodyPr/>
        <a:lstStyle/>
        <a:p>
          <a:pPr>
            <a:defRPr b="1"/>
          </a:pPr>
          <a:r>
            <a:rPr lang="en-US"/>
            <a:t>Waterfall Approach:</a:t>
          </a:r>
        </a:p>
      </dgm:t>
    </dgm:pt>
    <dgm:pt modelId="{B0E559FF-06B4-4BAD-B974-0F2C01903E31}" type="parTrans" cxnId="{BDEBF126-66C7-41CC-A9E1-F6E4DC1677A5}">
      <dgm:prSet/>
      <dgm:spPr/>
      <dgm:t>
        <a:bodyPr/>
        <a:lstStyle/>
        <a:p>
          <a:endParaRPr lang="en-US"/>
        </a:p>
      </dgm:t>
    </dgm:pt>
    <dgm:pt modelId="{15E19D00-EAF6-4DAB-858E-CB31B4211F35}" type="sibTrans" cxnId="{BDEBF126-66C7-41CC-A9E1-F6E4DC1677A5}">
      <dgm:prSet/>
      <dgm:spPr/>
      <dgm:t>
        <a:bodyPr/>
        <a:lstStyle/>
        <a:p>
          <a:endParaRPr lang="en-US"/>
        </a:p>
      </dgm:t>
    </dgm:pt>
    <dgm:pt modelId="{979E23DE-7D22-4B0B-A643-FAD4171474BE}">
      <dgm:prSet/>
      <dgm:spPr/>
      <dgm:t>
        <a:bodyPr/>
        <a:lstStyle/>
        <a:p>
          <a:r>
            <a:rPr lang="en-US"/>
            <a:t>Sequential Phases</a:t>
          </a:r>
        </a:p>
      </dgm:t>
    </dgm:pt>
    <dgm:pt modelId="{5B0B252D-A124-44B8-AABE-F3649FDFC728}" type="parTrans" cxnId="{FE04F080-1FF4-440C-87BB-AB4D616EF290}">
      <dgm:prSet/>
      <dgm:spPr/>
      <dgm:t>
        <a:bodyPr/>
        <a:lstStyle/>
        <a:p>
          <a:endParaRPr lang="en-US"/>
        </a:p>
      </dgm:t>
    </dgm:pt>
    <dgm:pt modelId="{59277C6F-BE0E-4D56-8A78-AF534D239CEE}" type="sibTrans" cxnId="{FE04F080-1FF4-440C-87BB-AB4D616EF290}">
      <dgm:prSet/>
      <dgm:spPr/>
      <dgm:t>
        <a:bodyPr/>
        <a:lstStyle/>
        <a:p>
          <a:endParaRPr lang="en-US"/>
        </a:p>
      </dgm:t>
    </dgm:pt>
    <dgm:pt modelId="{E8460A9B-CFAA-4A91-99BE-793C0692E3A9}">
      <dgm:prSet/>
      <dgm:spPr/>
      <dgm:t>
        <a:bodyPr/>
        <a:lstStyle/>
        <a:p>
          <a:r>
            <a:rPr lang="en-US"/>
            <a:t>Heavy upfront documentation</a:t>
          </a:r>
        </a:p>
      </dgm:t>
    </dgm:pt>
    <dgm:pt modelId="{D523A982-0CA8-4ECE-B31D-A17CEB27877C}" type="parTrans" cxnId="{D893E567-1F80-4D21-9230-46D308CFF684}">
      <dgm:prSet/>
      <dgm:spPr/>
      <dgm:t>
        <a:bodyPr/>
        <a:lstStyle/>
        <a:p>
          <a:endParaRPr lang="en-US"/>
        </a:p>
      </dgm:t>
    </dgm:pt>
    <dgm:pt modelId="{F99AC283-6C93-4D3F-AA4C-37790679928F}" type="sibTrans" cxnId="{D893E567-1F80-4D21-9230-46D308CFF684}">
      <dgm:prSet/>
      <dgm:spPr/>
      <dgm:t>
        <a:bodyPr/>
        <a:lstStyle/>
        <a:p>
          <a:endParaRPr lang="en-US"/>
        </a:p>
      </dgm:t>
    </dgm:pt>
    <dgm:pt modelId="{D449298C-D28D-44C3-B48F-156A279970A0}">
      <dgm:prSet/>
      <dgm:spPr/>
      <dgm:t>
        <a:bodyPr/>
        <a:lstStyle/>
        <a:p>
          <a:r>
            <a:rPr lang="en-US"/>
            <a:t>Limited stakeholder feedback</a:t>
          </a:r>
        </a:p>
      </dgm:t>
    </dgm:pt>
    <dgm:pt modelId="{946B6F8D-5953-46A8-8FFA-3E2A12D00C8D}" type="parTrans" cxnId="{DF9E8875-0CE2-434C-AAB0-D0605F72AFB3}">
      <dgm:prSet/>
      <dgm:spPr/>
      <dgm:t>
        <a:bodyPr/>
        <a:lstStyle/>
        <a:p>
          <a:endParaRPr lang="en-US"/>
        </a:p>
      </dgm:t>
    </dgm:pt>
    <dgm:pt modelId="{A13B2858-E13E-4DAE-90E9-62FAF2858640}" type="sibTrans" cxnId="{DF9E8875-0CE2-434C-AAB0-D0605F72AFB3}">
      <dgm:prSet/>
      <dgm:spPr/>
      <dgm:t>
        <a:bodyPr/>
        <a:lstStyle/>
        <a:p>
          <a:endParaRPr lang="en-US"/>
        </a:p>
      </dgm:t>
    </dgm:pt>
    <dgm:pt modelId="{0CD4F4A6-B945-4806-AC7B-FDC00057B981}">
      <dgm:prSet/>
      <dgm:spPr/>
      <dgm:t>
        <a:bodyPr/>
        <a:lstStyle/>
        <a:p>
          <a:r>
            <a:rPr lang="en-US"/>
            <a:t>Difficult to accommodate change</a:t>
          </a:r>
        </a:p>
      </dgm:t>
    </dgm:pt>
    <dgm:pt modelId="{7B69789C-83C5-4BE7-AEE6-7767CFF77C34}" type="parTrans" cxnId="{B0B3B056-B6A9-42D9-940D-7202CCC63BA9}">
      <dgm:prSet/>
      <dgm:spPr/>
      <dgm:t>
        <a:bodyPr/>
        <a:lstStyle/>
        <a:p>
          <a:endParaRPr lang="en-US"/>
        </a:p>
      </dgm:t>
    </dgm:pt>
    <dgm:pt modelId="{4D11162E-C0EB-4F35-8DD8-2A56F6209091}" type="sibTrans" cxnId="{B0B3B056-B6A9-42D9-940D-7202CCC63BA9}">
      <dgm:prSet/>
      <dgm:spPr/>
      <dgm:t>
        <a:bodyPr/>
        <a:lstStyle/>
        <a:p>
          <a:endParaRPr lang="en-US"/>
        </a:p>
      </dgm:t>
    </dgm:pt>
    <dgm:pt modelId="{98E6285E-FCC0-47DA-8407-A9A7AEBB6B06}">
      <dgm:prSet/>
      <dgm:spPr/>
      <dgm:t>
        <a:bodyPr/>
        <a:lstStyle/>
        <a:p>
          <a:pPr>
            <a:defRPr b="1"/>
          </a:pPr>
          <a:r>
            <a:rPr lang="en-US"/>
            <a:t>Agile Approach:</a:t>
          </a:r>
        </a:p>
      </dgm:t>
    </dgm:pt>
    <dgm:pt modelId="{CC436D07-0BEC-411F-B72D-D63227F52BD9}" type="parTrans" cxnId="{161290CF-C2CB-4F48-BEC9-86C02EEC18B6}">
      <dgm:prSet/>
      <dgm:spPr/>
      <dgm:t>
        <a:bodyPr/>
        <a:lstStyle/>
        <a:p>
          <a:endParaRPr lang="en-US"/>
        </a:p>
      </dgm:t>
    </dgm:pt>
    <dgm:pt modelId="{65B26849-BCB5-470D-93E6-C375C4E50B4A}" type="sibTrans" cxnId="{161290CF-C2CB-4F48-BEC9-86C02EEC18B6}">
      <dgm:prSet/>
      <dgm:spPr/>
      <dgm:t>
        <a:bodyPr/>
        <a:lstStyle/>
        <a:p>
          <a:endParaRPr lang="en-US"/>
        </a:p>
      </dgm:t>
    </dgm:pt>
    <dgm:pt modelId="{113254B1-FA33-4119-B103-582ED8A215A4}">
      <dgm:prSet/>
      <dgm:spPr/>
      <dgm:t>
        <a:bodyPr/>
        <a:lstStyle/>
        <a:p>
          <a:r>
            <a:rPr lang="en-US"/>
            <a:t>Iterative sprints</a:t>
          </a:r>
        </a:p>
      </dgm:t>
    </dgm:pt>
    <dgm:pt modelId="{2E535C86-EB4D-4746-A3BA-2C77A8453A6E}" type="parTrans" cxnId="{174BB098-BA65-4F2B-A316-F8C56A81F211}">
      <dgm:prSet/>
      <dgm:spPr/>
      <dgm:t>
        <a:bodyPr/>
        <a:lstStyle/>
        <a:p>
          <a:endParaRPr lang="en-US"/>
        </a:p>
      </dgm:t>
    </dgm:pt>
    <dgm:pt modelId="{477CB957-E8D0-4AAD-BE02-36138D620CB9}" type="sibTrans" cxnId="{174BB098-BA65-4F2B-A316-F8C56A81F211}">
      <dgm:prSet/>
      <dgm:spPr/>
      <dgm:t>
        <a:bodyPr/>
        <a:lstStyle/>
        <a:p>
          <a:endParaRPr lang="en-US"/>
        </a:p>
      </dgm:t>
    </dgm:pt>
    <dgm:pt modelId="{7EA760D8-5440-42CF-AFE9-0F1DC7AC7DB7}">
      <dgm:prSet/>
      <dgm:spPr/>
      <dgm:t>
        <a:bodyPr/>
        <a:lstStyle/>
        <a:p>
          <a:r>
            <a:rPr lang="en-US"/>
            <a:t>Continuous feedback</a:t>
          </a:r>
        </a:p>
      </dgm:t>
    </dgm:pt>
    <dgm:pt modelId="{67968ED1-54CD-48C2-AEB9-85AC8FEB8F39}" type="parTrans" cxnId="{581B8FE9-9C59-498A-93A6-C2756FA1D144}">
      <dgm:prSet/>
      <dgm:spPr/>
      <dgm:t>
        <a:bodyPr/>
        <a:lstStyle/>
        <a:p>
          <a:endParaRPr lang="en-US"/>
        </a:p>
      </dgm:t>
    </dgm:pt>
    <dgm:pt modelId="{F8FD51A6-A75D-4268-8005-E33C413B58F1}" type="sibTrans" cxnId="{581B8FE9-9C59-498A-93A6-C2756FA1D144}">
      <dgm:prSet/>
      <dgm:spPr/>
      <dgm:t>
        <a:bodyPr/>
        <a:lstStyle/>
        <a:p>
          <a:endParaRPr lang="en-US"/>
        </a:p>
      </dgm:t>
    </dgm:pt>
    <dgm:pt modelId="{CB491219-433D-46AB-BF5D-ADE0EB4316BB}">
      <dgm:prSet/>
      <dgm:spPr/>
      <dgm:t>
        <a:bodyPr/>
        <a:lstStyle/>
        <a:p>
          <a:r>
            <a:rPr lang="en-US"/>
            <a:t>Flexible backlog</a:t>
          </a:r>
        </a:p>
      </dgm:t>
    </dgm:pt>
    <dgm:pt modelId="{CBFB470C-1165-45AF-B97B-778821A2A119}" type="parTrans" cxnId="{38A7505C-055F-43F4-9E00-F8BBBF36B587}">
      <dgm:prSet/>
      <dgm:spPr/>
      <dgm:t>
        <a:bodyPr/>
        <a:lstStyle/>
        <a:p>
          <a:endParaRPr lang="en-US"/>
        </a:p>
      </dgm:t>
    </dgm:pt>
    <dgm:pt modelId="{FAB7EFE3-AFDD-4CDA-A2EC-3EDBB18885F9}" type="sibTrans" cxnId="{38A7505C-055F-43F4-9E00-F8BBBF36B587}">
      <dgm:prSet/>
      <dgm:spPr/>
      <dgm:t>
        <a:bodyPr/>
        <a:lstStyle/>
        <a:p>
          <a:endParaRPr lang="en-US"/>
        </a:p>
      </dgm:t>
    </dgm:pt>
    <dgm:pt modelId="{03944EE3-A264-40D5-B302-3A487D977174}">
      <dgm:prSet/>
      <dgm:spPr/>
      <dgm:t>
        <a:bodyPr/>
        <a:lstStyle/>
        <a:p>
          <a:r>
            <a:rPr lang="en-US"/>
            <a:t>Faster value delivery</a:t>
          </a:r>
        </a:p>
      </dgm:t>
    </dgm:pt>
    <dgm:pt modelId="{9621BD84-A4B0-4B05-8380-7F89A31895E4}" type="parTrans" cxnId="{1A978E3D-6E31-4C45-BA36-ACA189579446}">
      <dgm:prSet/>
      <dgm:spPr/>
      <dgm:t>
        <a:bodyPr/>
        <a:lstStyle/>
        <a:p>
          <a:endParaRPr lang="en-US"/>
        </a:p>
      </dgm:t>
    </dgm:pt>
    <dgm:pt modelId="{B12A4495-2450-4EAA-B42D-B861D60909F4}" type="sibTrans" cxnId="{1A978E3D-6E31-4C45-BA36-ACA189579446}">
      <dgm:prSet/>
      <dgm:spPr/>
      <dgm:t>
        <a:bodyPr/>
        <a:lstStyle/>
        <a:p>
          <a:endParaRPr lang="en-US"/>
        </a:p>
      </dgm:t>
    </dgm:pt>
    <dgm:pt modelId="{69D4CAF5-616A-456D-A7AD-C9AE74BF1449}" type="pres">
      <dgm:prSet presAssocID="{77D43AF8-739F-4522-92F4-5E15A05A6A82}" presName="Name0" presStyleCnt="0">
        <dgm:presLayoutVars>
          <dgm:dir/>
          <dgm:animLvl val="lvl"/>
          <dgm:resizeHandles val="exact"/>
        </dgm:presLayoutVars>
      </dgm:prSet>
      <dgm:spPr/>
    </dgm:pt>
    <dgm:pt modelId="{22DF7D67-8A9B-4DC9-A798-E2558D1E2EA9}" type="pres">
      <dgm:prSet presAssocID="{21A3C960-DEAE-4D61-826E-C609D99BC69F}" presName="composite" presStyleCnt="0"/>
      <dgm:spPr/>
    </dgm:pt>
    <dgm:pt modelId="{0A52C675-C7ED-4CD6-AC0C-2F6EC21B8413}" type="pres">
      <dgm:prSet presAssocID="{21A3C960-DEAE-4D61-826E-C609D99BC69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58964AB-465A-4CC0-AE01-0E7AC9B5D6A8}" type="pres">
      <dgm:prSet presAssocID="{21A3C960-DEAE-4D61-826E-C609D99BC69F}" presName="desTx" presStyleLbl="alignAccFollowNode1" presStyleIdx="0" presStyleCnt="2">
        <dgm:presLayoutVars>
          <dgm:bulletEnabled val="1"/>
        </dgm:presLayoutVars>
      </dgm:prSet>
      <dgm:spPr/>
    </dgm:pt>
    <dgm:pt modelId="{EE68CBD0-4A5D-459F-B19A-64A4B81732E4}" type="pres">
      <dgm:prSet presAssocID="{15E19D00-EAF6-4DAB-858E-CB31B4211F35}" presName="space" presStyleCnt="0"/>
      <dgm:spPr/>
    </dgm:pt>
    <dgm:pt modelId="{CDC50A3F-9A52-4E51-8E47-F5B1D536A577}" type="pres">
      <dgm:prSet presAssocID="{98E6285E-FCC0-47DA-8407-A9A7AEBB6B06}" presName="composite" presStyleCnt="0"/>
      <dgm:spPr/>
    </dgm:pt>
    <dgm:pt modelId="{EE534D2E-C7F5-41E7-9888-D8490CE232FB}" type="pres">
      <dgm:prSet presAssocID="{98E6285E-FCC0-47DA-8407-A9A7AEBB6B0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80F85C1-A58B-4D59-AD4C-E0804E05CFEA}" type="pres">
      <dgm:prSet presAssocID="{98E6285E-FCC0-47DA-8407-A9A7AEBB6B0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17C9705-CF8B-4285-8E06-BCB8A28D5199}" type="presOf" srcId="{7EA760D8-5440-42CF-AFE9-0F1DC7AC7DB7}" destId="{E80F85C1-A58B-4D59-AD4C-E0804E05CFEA}" srcOrd="0" destOrd="1" presId="urn:microsoft.com/office/officeart/2005/8/layout/hList1"/>
    <dgm:cxn modelId="{BDEBF126-66C7-41CC-A9E1-F6E4DC1677A5}" srcId="{77D43AF8-739F-4522-92F4-5E15A05A6A82}" destId="{21A3C960-DEAE-4D61-826E-C609D99BC69F}" srcOrd="0" destOrd="0" parTransId="{B0E559FF-06B4-4BAD-B974-0F2C01903E31}" sibTransId="{15E19D00-EAF6-4DAB-858E-CB31B4211F35}"/>
    <dgm:cxn modelId="{24EE0832-25E0-433A-87DD-BCD9A8D2FB8A}" type="presOf" srcId="{CB491219-433D-46AB-BF5D-ADE0EB4316BB}" destId="{E80F85C1-A58B-4D59-AD4C-E0804E05CFEA}" srcOrd="0" destOrd="2" presId="urn:microsoft.com/office/officeart/2005/8/layout/hList1"/>
    <dgm:cxn modelId="{1A978E3D-6E31-4C45-BA36-ACA189579446}" srcId="{98E6285E-FCC0-47DA-8407-A9A7AEBB6B06}" destId="{03944EE3-A264-40D5-B302-3A487D977174}" srcOrd="3" destOrd="0" parTransId="{9621BD84-A4B0-4B05-8380-7F89A31895E4}" sibTransId="{B12A4495-2450-4EAA-B42D-B861D60909F4}"/>
    <dgm:cxn modelId="{38A7505C-055F-43F4-9E00-F8BBBF36B587}" srcId="{98E6285E-FCC0-47DA-8407-A9A7AEBB6B06}" destId="{CB491219-433D-46AB-BF5D-ADE0EB4316BB}" srcOrd="2" destOrd="0" parTransId="{CBFB470C-1165-45AF-B97B-778821A2A119}" sibTransId="{FAB7EFE3-AFDD-4CDA-A2EC-3EDBB18885F9}"/>
    <dgm:cxn modelId="{D893E567-1F80-4D21-9230-46D308CFF684}" srcId="{21A3C960-DEAE-4D61-826E-C609D99BC69F}" destId="{E8460A9B-CFAA-4A91-99BE-793C0692E3A9}" srcOrd="1" destOrd="0" parTransId="{D523A982-0CA8-4ECE-B31D-A17CEB27877C}" sibTransId="{F99AC283-6C93-4D3F-AA4C-37790679928F}"/>
    <dgm:cxn modelId="{DF9E8875-0CE2-434C-AAB0-D0605F72AFB3}" srcId="{21A3C960-DEAE-4D61-826E-C609D99BC69F}" destId="{D449298C-D28D-44C3-B48F-156A279970A0}" srcOrd="2" destOrd="0" parTransId="{946B6F8D-5953-46A8-8FFA-3E2A12D00C8D}" sibTransId="{A13B2858-E13E-4DAE-90E9-62FAF2858640}"/>
    <dgm:cxn modelId="{B0B3B056-B6A9-42D9-940D-7202CCC63BA9}" srcId="{21A3C960-DEAE-4D61-826E-C609D99BC69F}" destId="{0CD4F4A6-B945-4806-AC7B-FDC00057B981}" srcOrd="3" destOrd="0" parTransId="{7B69789C-83C5-4BE7-AEE6-7767CFF77C34}" sibTransId="{4D11162E-C0EB-4F35-8DD8-2A56F6209091}"/>
    <dgm:cxn modelId="{FE04F080-1FF4-440C-87BB-AB4D616EF290}" srcId="{21A3C960-DEAE-4D61-826E-C609D99BC69F}" destId="{979E23DE-7D22-4B0B-A643-FAD4171474BE}" srcOrd="0" destOrd="0" parTransId="{5B0B252D-A124-44B8-AABE-F3649FDFC728}" sibTransId="{59277C6F-BE0E-4D56-8A78-AF534D239CEE}"/>
    <dgm:cxn modelId="{05327086-C680-4EF6-873C-7395E850D054}" type="presOf" srcId="{113254B1-FA33-4119-B103-582ED8A215A4}" destId="{E80F85C1-A58B-4D59-AD4C-E0804E05CFEA}" srcOrd="0" destOrd="0" presId="urn:microsoft.com/office/officeart/2005/8/layout/hList1"/>
    <dgm:cxn modelId="{8AE89D86-63A7-4EFC-834A-98D3E3A4698E}" type="presOf" srcId="{03944EE3-A264-40D5-B302-3A487D977174}" destId="{E80F85C1-A58B-4D59-AD4C-E0804E05CFEA}" srcOrd="0" destOrd="3" presId="urn:microsoft.com/office/officeart/2005/8/layout/hList1"/>
    <dgm:cxn modelId="{174BB098-BA65-4F2B-A316-F8C56A81F211}" srcId="{98E6285E-FCC0-47DA-8407-A9A7AEBB6B06}" destId="{113254B1-FA33-4119-B103-582ED8A215A4}" srcOrd="0" destOrd="0" parTransId="{2E535C86-EB4D-4746-A3BA-2C77A8453A6E}" sibTransId="{477CB957-E8D0-4AAD-BE02-36138D620CB9}"/>
    <dgm:cxn modelId="{335E0F9D-11FF-47BC-A948-D74F63CD7831}" type="presOf" srcId="{21A3C960-DEAE-4D61-826E-C609D99BC69F}" destId="{0A52C675-C7ED-4CD6-AC0C-2F6EC21B8413}" srcOrd="0" destOrd="0" presId="urn:microsoft.com/office/officeart/2005/8/layout/hList1"/>
    <dgm:cxn modelId="{CB710DAB-47BF-4688-8C7A-DC6CE091E382}" type="presOf" srcId="{979E23DE-7D22-4B0B-A643-FAD4171474BE}" destId="{758964AB-465A-4CC0-AE01-0E7AC9B5D6A8}" srcOrd="0" destOrd="0" presId="urn:microsoft.com/office/officeart/2005/8/layout/hList1"/>
    <dgm:cxn modelId="{612D78AE-39A7-46D9-961F-7CC5D691D83B}" type="presOf" srcId="{E8460A9B-CFAA-4A91-99BE-793C0692E3A9}" destId="{758964AB-465A-4CC0-AE01-0E7AC9B5D6A8}" srcOrd="0" destOrd="1" presId="urn:microsoft.com/office/officeart/2005/8/layout/hList1"/>
    <dgm:cxn modelId="{743DCAC3-2D3D-432D-976F-300D0839E4A2}" type="presOf" srcId="{D449298C-D28D-44C3-B48F-156A279970A0}" destId="{758964AB-465A-4CC0-AE01-0E7AC9B5D6A8}" srcOrd="0" destOrd="2" presId="urn:microsoft.com/office/officeart/2005/8/layout/hList1"/>
    <dgm:cxn modelId="{161290CF-C2CB-4F48-BEC9-86C02EEC18B6}" srcId="{77D43AF8-739F-4522-92F4-5E15A05A6A82}" destId="{98E6285E-FCC0-47DA-8407-A9A7AEBB6B06}" srcOrd="1" destOrd="0" parTransId="{CC436D07-0BEC-411F-B72D-D63227F52BD9}" sibTransId="{65B26849-BCB5-470D-93E6-C375C4E50B4A}"/>
    <dgm:cxn modelId="{235782D7-7BF6-4BFA-AE13-A8B0CA5AD56D}" type="presOf" srcId="{0CD4F4A6-B945-4806-AC7B-FDC00057B981}" destId="{758964AB-465A-4CC0-AE01-0E7AC9B5D6A8}" srcOrd="0" destOrd="3" presId="urn:microsoft.com/office/officeart/2005/8/layout/hList1"/>
    <dgm:cxn modelId="{F92A73E7-8A18-4FBF-91DD-55457F57B49B}" type="presOf" srcId="{77D43AF8-739F-4522-92F4-5E15A05A6A82}" destId="{69D4CAF5-616A-456D-A7AD-C9AE74BF1449}" srcOrd="0" destOrd="0" presId="urn:microsoft.com/office/officeart/2005/8/layout/hList1"/>
    <dgm:cxn modelId="{B5A681E7-E92B-4E49-9522-B6D2874628D7}" type="presOf" srcId="{98E6285E-FCC0-47DA-8407-A9A7AEBB6B06}" destId="{EE534D2E-C7F5-41E7-9888-D8490CE232FB}" srcOrd="0" destOrd="0" presId="urn:microsoft.com/office/officeart/2005/8/layout/hList1"/>
    <dgm:cxn modelId="{581B8FE9-9C59-498A-93A6-C2756FA1D144}" srcId="{98E6285E-FCC0-47DA-8407-A9A7AEBB6B06}" destId="{7EA760D8-5440-42CF-AFE9-0F1DC7AC7DB7}" srcOrd="1" destOrd="0" parTransId="{67968ED1-54CD-48C2-AEB9-85AC8FEB8F39}" sibTransId="{F8FD51A6-A75D-4268-8005-E33C413B58F1}"/>
    <dgm:cxn modelId="{E00C4F82-247E-4F41-975B-5AC10C9EE948}" type="presParOf" srcId="{69D4CAF5-616A-456D-A7AD-C9AE74BF1449}" destId="{22DF7D67-8A9B-4DC9-A798-E2558D1E2EA9}" srcOrd="0" destOrd="0" presId="urn:microsoft.com/office/officeart/2005/8/layout/hList1"/>
    <dgm:cxn modelId="{EBA8F25D-847E-40DC-9C8C-09D0F645B08D}" type="presParOf" srcId="{22DF7D67-8A9B-4DC9-A798-E2558D1E2EA9}" destId="{0A52C675-C7ED-4CD6-AC0C-2F6EC21B8413}" srcOrd="0" destOrd="0" presId="urn:microsoft.com/office/officeart/2005/8/layout/hList1"/>
    <dgm:cxn modelId="{5FBBF903-5894-4A22-BF8A-16A44E560C80}" type="presParOf" srcId="{22DF7D67-8A9B-4DC9-A798-E2558D1E2EA9}" destId="{758964AB-465A-4CC0-AE01-0E7AC9B5D6A8}" srcOrd="1" destOrd="0" presId="urn:microsoft.com/office/officeart/2005/8/layout/hList1"/>
    <dgm:cxn modelId="{3BEDA545-0948-46C7-9856-1EE7EFDF84D6}" type="presParOf" srcId="{69D4CAF5-616A-456D-A7AD-C9AE74BF1449}" destId="{EE68CBD0-4A5D-459F-B19A-64A4B81732E4}" srcOrd="1" destOrd="0" presId="urn:microsoft.com/office/officeart/2005/8/layout/hList1"/>
    <dgm:cxn modelId="{D870187F-ACC6-4761-9268-D9EFCD6139DF}" type="presParOf" srcId="{69D4CAF5-616A-456D-A7AD-C9AE74BF1449}" destId="{CDC50A3F-9A52-4E51-8E47-F5B1D536A577}" srcOrd="2" destOrd="0" presId="urn:microsoft.com/office/officeart/2005/8/layout/hList1"/>
    <dgm:cxn modelId="{A4CADB3F-7646-4667-8122-88B509D807D8}" type="presParOf" srcId="{CDC50A3F-9A52-4E51-8E47-F5B1D536A577}" destId="{EE534D2E-C7F5-41E7-9888-D8490CE232FB}" srcOrd="0" destOrd="0" presId="urn:microsoft.com/office/officeart/2005/8/layout/hList1"/>
    <dgm:cxn modelId="{7EE97BB8-0D74-4FEB-9E85-53BD2F69895F}" type="presParOf" srcId="{CDC50A3F-9A52-4E51-8E47-F5B1D536A577}" destId="{E80F85C1-A58B-4D59-AD4C-E0804E05CFE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67C3DA-CA9F-4FCB-B4A2-3FE738FFCDD9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690C49-46E4-4B04-9C18-39E02D873FD8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Consider:</a:t>
          </a:r>
        </a:p>
      </dgm:t>
    </dgm:pt>
    <dgm:pt modelId="{A29F093F-13A7-4D00-881D-92C28DFCE7F8}" type="parTrans" cxnId="{B60D1876-1417-4137-8839-3768152826AE}">
      <dgm:prSet/>
      <dgm:spPr/>
      <dgm:t>
        <a:bodyPr/>
        <a:lstStyle/>
        <a:p>
          <a:endParaRPr lang="en-US"/>
        </a:p>
      </dgm:t>
    </dgm:pt>
    <dgm:pt modelId="{6F3772C4-B867-45F4-8C0E-95EEDB447A58}" type="sibTrans" cxnId="{B60D1876-1417-4137-8839-3768152826AE}">
      <dgm:prSet/>
      <dgm:spPr/>
      <dgm:t>
        <a:bodyPr/>
        <a:lstStyle/>
        <a:p>
          <a:endParaRPr lang="en-US"/>
        </a:p>
      </dgm:t>
    </dgm:pt>
    <dgm:pt modelId="{31D3CBF7-5C56-4227-844C-6425E33FC8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/>
            <a:t>-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Requirement stability</a:t>
          </a:r>
        </a:p>
      </dgm:t>
    </dgm:pt>
    <dgm:pt modelId="{1E15A705-73A4-4D72-9E67-4D8DF6A6E815}" type="parTrans" cxnId="{80E36A4D-C68B-4D2C-B3CC-0812CDBDA6DD}">
      <dgm:prSet/>
      <dgm:spPr/>
      <dgm:t>
        <a:bodyPr/>
        <a:lstStyle/>
        <a:p>
          <a:endParaRPr lang="en-US"/>
        </a:p>
      </dgm:t>
    </dgm:pt>
    <dgm:pt modelId="{7682D13D-7E69-4508-9E7F-C8BD670473FE}" type="sibTrans" cxnId="{80E36A4D-C68B-4D2C-B3CC-0812CDBDA6DD}">
      <dgm:prSet/>
      <dgm:spPr/>
      <dgm:t>
        <a:bodyPr/>
        <a:lstStyle/>
        <a:p>
          <a:endParaRPr lang="en-US"/>
        </a:p>
      </dgm:t>
    </dgm:pt>
    <dgm:pt modelId="{500D489E-448D-4E0C-8B8C-B08130A3CA5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-Stakeholder involvement</a:t>
          </a:r>
        </a:p>
      </dgm:t>
    </dgm:pt>
    <dgm:pt modelId="{87F770C2-9164-4293-A920-61A20D682D01}" type="parTrans" cxnId="{DD90FE20-CE07-4C13-9251-A0DFF329E479}">
      <dgm:prSet/>
      <dgm:spPr/>
      <dgm:t>
        <a:bodyPr/>
        <a:lstStyle/>
        <a:p>
          <a:endParaRPr lang="en-US"/>
        </a:p>
      </dgm:t>
    </dgm:pt>
    <dgm:pt modelId="{13F1B597-9195-4D7B-9438-6AE283C73F55}" type="sibTrans" cxnId="{DD90FE20-CE07-4C13-9251-A0DFF329E479}">
      <dgm:prSet/>
      <dgm:spPr/>
      <dgm:t>
        <a:bodyPr/>
        <a:lstStyle/>
        <a:p>
          <a:endParaRPr lang="en-US"/>
        </a:p>
      </dgm:t>
    </dgm:pt>
    <dgm:pt modelId="{0AF6EB27-9AE8-416B-AB11-2302E88638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-Project complexity</a:t>
          </a:r>
        </a:p>
      </dgm:t>
    </dgm:pt>
    <dgm:pt modelId="{485EF79C-9D3C-4B49-9FB3-D67932AE0CF9}" type="parTrans" cxnId="{806CF378-99C1-4500-8524-9FBF0308F914}">
      <dgm:prSet/>
      <dgm:spPr/>
      <dgm:t>
        <a:bodyPr/>
        <a:lstStyle/>
        <a:p>
          <a:endParaRPr lang="en-US"/>
        </a:p>
      </dgm:t>
    </dgm:pt>
    <dgm:pt modelId="{37673EE9-9675-4A12-9153-CEA0449CF035}" type="sibTrans" cxnId="{806CF378-99C1-4500-8524-9FBF0308F914}">
      <dgm:prSet/>
      <dgm:spPr/>
      <dgm:t>
        <a:bodyPr/>
        <a:lstStyle/>
        <a:p>
          <a:endParaRPr lang="en-US"/>
        </a:p>
      </dgm:t>
    </dgm:pt>
    <dgm:pt modelId="{A6D89081-2507-42EE-8BF9-F88A3DB318C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-Risk tolerance</a:t>
          </a:r>
        </a:p>
      </dgm:t>
    </dgm:pt>
    <dgm:pt modelId="{5F281651-4DF0-4E2A-BEF3-F51E456E1C43}" type="parTrans" cxnId="{C1725A65-5D96-44F3-AB0E-6E7F6612FD36}">
      <dgm:prSet/>
      <dgm:spPr/>
      <dgm:t>
        <a:bodyPr/>
        <a:lstStyle/>
        <a:p>
          <a:endParaRPr lang="en-US"/>
        </a:p>
      </dgm:t>
    </dgm:pt>
    <dgm:pt modelId="{8A575895-2B02-436D-A0F8-8DA92D280502}" type="sibTrans" cxnId="{C1725A65-5D96-44F3-AB0E-6E7F6612FD36}">
      <dgm:prSet/>
      <dgm:spPr/>
      <dgm:t>
        <a:bodyPr/>
        <a:lstStyle/>
        <a:p>
          <a:endParaRPr lang="en-US"/>
        </a:p>
      </dgm:t>
    </dgm:pt>
    <dgm:pt modelId="{61C88CE0-E15F-4CEE-B179-49AB3EF6E1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-Need for flexibility</a:t>
          </a:r>
        </a:p>
      </dgm:t>
    </dgm:pt>
    <dgm:pt modelId="{F0FFC867-B7B7-4B3F-9749-F605602B2EC1}" type="parTrans" cxnId="{786CDDD0-C91B-451F-9C3A-844AA3D59D26}">
      <dgm:prSet/>
      <dgm:spPr/>
      <dgm:t>
        <a:bodyPr/>
        <a:lstStyle/>
        <a:p>
          <a:endParaRPr lang="en-US"/>
        </a:p>
      </dgm:t>
    </dgm:pt>
    <dgm:pt modelId="{B0587E5D-FB88-438A-9AD1-AE2DB6EE47C9}" type="sibTrans" cxnId="{786CDDD0-C91B-451F-9C3A-844AA3D59D26}">
      <dgm:prSet/>
      <dgm:spPr/>
      <dgm:t>
        <a:bodyPr/>
        <a:lstStyle/>
        <a:p>
          <a:endParaRPr lang="en-US"/>
        </a:p>
      </dgm:t>
    </dgm:pt>
    <dgm:pt modelId="{67DC807C-17DD-47AA-9F79-9B97DA9C74E5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Agile works best when:</a:t>
          </a:r>
        </a:p>
      </dgm:t>
    </dgm:pt>
    <dgm:pt modelId="{D128B543-DE6A-4124-B0E5-F050D101987B}" type="parTrans" cxnId="{C41F50A5-1648-49B8-B4A0-C0854020E17D}">
      <dgm:prSet/>
      <dgm:spPr/>
      <dgm:t>
        <a:bodyPr/>
        <a:lstStyle/>
        <a:p>
          <a:endParaRPr lang="en-US"/>
        </a:p>
      </dgm:t>
    </dgm:pt>
    <dgm:pt modelId="{B8F8133A-0F78-4E0E-860C-FD3A36196759}" type="sibTrans" cxnId="{C41F50A5-1648-49B8-B4A0-C0854020E17D}">
      <dgm:prSet/>
      <dgm:spPr/>
      <dgm:t>
        <a:bodyPr/>
        <a:lstStyle/>
        <a:p>
          <a:endParaRPr lang="en-US"/>
        </a:p>
      </dgm:t>
    </dgm:pt>
    <dgm:pt modelId="{41FB19E7-F40D-4AE3-9216-A1F05F5BBA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/>
            <a:t>-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Requirements evolve</a:t>
          </a:r>
        </a:p>
      </dgm:t>
    </dgm:pt>
    <dgm:pt modelId="{247E53AC-FBCF-46CB-8D47-E0DDC1E2FC14}" type="parTrans" cxnId="{48282C9B-B25C-4E55-AC4D-F58BD8E3F444}">
      <dgm:prSet/>
      <dgm:spPr/>
      <dgm:t>
        <a:bodyPr/>
        <a:lstStyle/>
        <a:p>
          <a:endParaRPr lang="en-US"/>
        </a:p>
      </dgm:t>
    </dgm:pt>
    <dgm:pt modelId="{D87A82BB-2073-4E07-8B48-F1F511A0D0B0}" type="sibTrans" cxnId="{48282C9B-B25C-4E55-AC4D-F58BD8E3F444}">
      <dgm:prSet/>
      <dgm:spPr/>
      <dgm:t>
        <a:bodyPr/>
        <a:lstStyle/>
        <a:p>
          <a:endParaRPr lang="en-US"/>
        </a:p>
      </dgm:t>
    </dgm:pt>
    <dgm:pt modelId="{98E03FDA-571C-4629-A5C2-374573A7E6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-Innovation is required</a:t>
          </a:r>
        </a:p>
      </dgm:t>
    </dgm:pt>
    <dgm:pt modelId="{1BDB6A41-34E9-418B-B06F-718BC0BBF22F}" type="parTrans" cxnId="{900309F7-85AA-4BA0-9251-A8BC12F30176}">
      <dgm:prSet/>
      <dgm:spPr/>
      <dgm:t>
        <a:bodyPr/>
        <a:lstStyle/>
        <a:p>
          <a:endParaRPr lang="en-US"/>
        </a:p>
      </dgm:t>
    </dgm:pt>
    <dgm:pt modelId="{D710BB7F-D2FA-4E64-9953-0547FBB3FD5A}" type="sibTrans" cxnId="{900309F7-85AA-4BA0-9251-A8BC12F30176}">
      <dgm:prSet/>
      <dgm:spPr/>
      <dgm:t>
        <a:bodyPr/>
        <a:lstStyle/>
        <a:p>
          <a:endParaRPr lang="en-US"/>
        </a:p>
      </dgm:t>
    </dgm:pt>
    <dgm:pt modelId="{58794BA6-A691-4620-B3A8-A4D9208CE8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-Collaboration is essential</a:t>
          </a:r>
        </a:p>
      </dgm:t>
    </dgm:pt>
    <dgm:pt modelId="{5DE687A2-4367-4788-B632-DC81107FBE27}" type="parTrans" cxnId="{8B0B30A8-CC96-4712-8924-875AECE4144B}">
      <dgm:prSet/>
      <dgm:spPr/>
      <dgm:t>
        <a:bodyPr/>
        <a:lstStyle/>
        <a:p>
          <a:endParaRPr lang="en-US"/>
        </a:p>
      </dgm:t>
    </dgm:pt>
    <dgm:pt modelId="{E33CB9DA-7593-481C-82F4-EA5B1EF4534C}" type="sibTrans" cxnId="{8B0B30A8-CC96-4712-8924-875AECE4144B}">
      <dgm:prSet/>
      <dgm:spPr/>
      <dgm:t>
        <a:bodyPr/>
        <a:lstStyle/>
        <a:p>
          <a:endParaRPr lang="en-US"/>
        </a:p>
      </dgm:t>
    </dgm:pt>
    <dgm:pt modelId="{18C1CAE8-CC47-444F-9DC6-2D09EF5EC47A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Waterfall works best when:</a:t>
          </a:r>
        </a:p>
      </dgm:t>
    </dgm:pt>
    <dgm:pt modelId="{77F3F000-E530-4B1D-9215-CDBECEEA515A}" type="parTrans" cxnId="{9B890ADA-E559-42F2-B5F6-9AB697317E48}">
      <dgm:prSet/>
      <dgm:spPr/>
      <dgm:t>
        <a:bodyPr/>
        <a:lstStyle/>
        <a:p>
          <a:endParaRPr lang="en-US"/>
        </a:p>
      </dgm:t>
    </dgm:pt>
    <dgm:pt modelId="{51BB2EB9-88E2-43BE-A52F-97B782CBA45E}" type="sibTrans" cxnId="{9B890ADA-E559-42F2-B5F6-9AB697317E48}">
      <dgm:prSet/>
      <dgm:spPr/>
      <dgm:t>
        <a:bodyPr/>
        <a:lstStyle/>
        <a:p>
          <a:endParaRPr lang="en-US"/>
        </a:p>
      </dgm:t>
    </dgm:pt>
    <dgm:pt modelId="{CDE0F488-D9D7-434A-A773-52202A9C11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-Scope is fixed</a:t>
          </a:r>
        </a:p>
      </dgm:t>
    </dgm:pt>
    <dgm:pt modelId="{7B045BA5-7AB5-40A0-AF20-234B3EFC3E1C}" type="parTrans" cxnId="{BCE2414B-02B9-4B94-9FE6-3E666D746FA8}">
      <dgm:prSet/>
      <dgm:spPr/>
      <dgm:t>
        <a:bodyPr/>
        <a:lstStyle/>
        <a:p>
          <a:endParaRPr lang="en-US"/>
        </a:p>
      </dgm:t>
    </dgm:pt>
    <dgm:pt modelId="{BC911316-6308-4C82-AFC3-E0CF5F4DA6AF}" type="sibTrans" cxnId="{BCE2414B-02B9-4B94-9FE6-3E666D746FA8}">
      <dgm:prSet/>
      <dgm:spPr/>
      <dgm:t>
        <a:bodyPr/>
        <a:lstStyle/>
        <a:p>
          <a:endParaRPr lang="en-US"/>
        </a:p>
      </dgm:t>
    </dgm:pt>
    <dgm:pt modelId="{40A4B751-0481-4434-B1D1-509CF5503E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-Compliance-heavy</a:t>
          </a:r>
        </a:p>
      </dgm:t>
    </dgm:pt>
    <dgm:pt modelId="{D62C0C8E-DFEE-40EE-80D9-A62C386992FA}" type="parTrans" cxnId="{0C83AD7F-677E-41CE-B7AD-1B8080469AAD}">
      <dgm:prSet/>
      <dgm:spPr/>
      <dgm:t>
        <a:bodyPr/>
        <a:lstStyle/>
        <a:p>
          <a:endParaRPr lang="en-US"/>
        </a:p>
      </dgm:t>
    </dgm:pt>
    <dgm:pt modelId="{6C746591-723E-485E-807F-B8C33CF3C3CD}" type="sibTrans" cxnId="{0C83AD7F-677E-41CE-B7AD-1B8080469AAD}">
      <dgm:prSet/>
      <dgm:spPr/>
      <dgm:t>
        <a:bodyPr/>
        <a:lstStyle/>
        <a:p>
          <a:endParaRPr lang="en-US"/>
        </a:p>
      </dgm:t>
    </dgm:pt>
    <dgm:pt modelId="{1060D3AD-912D-4814-8665-441BD5A1E5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-Predictability is critical</a:t>
          </a:r>
        </a:p>
      </dgm:t>
    </dgm:pt>
    <dgm:pt modelId="{CFD9C835-EA39-4C40-975C-03952712E86C}" type="parTrans" cxnId="{D98B9CCD-EE97-406E-8804-C2EAE2533554}">
      <dgm:prSet/>
      <dgm:spPr/>
      <dgm:t>
        <a:bodyPr/>
        <a:lstStyle/>
        <a:p>
          <a:endParaRPr lang="en-US"/>
        </a:p>
      </dgm:t>
    </dgm:pt>
    <dgm:pt modelId="{060882E6-2D8F-4172-8678-B2E6BD8E2482}" type="sibTrans" cxnId="{D98B9CCD-EE97-406E-8804-C2EAE2533554}">
      <dgm:prSet/>
      <dgm:spPr/>
      <dgm:t>
        <a:bodyPr/>
        <a:lstStyle/>
        <a:p>
          <a:endParaRPr lang="en-US"/>
        </a:p>
      </dgm:t>
    </dgm:pt>
    <dgm:pt modelId="{DCF69EDA-E0D4-4B5C-B7CA-E44EFF2D4184}" type="pres">
      <dgm:prSet presAssocID="{3B67C3DA-CA9F-4FCB-B4A2-3FE738FFCDD9}" presName="root" presStyleCnt="0">
        <dgm:presLayoutVars>
          <dgm:dir/>
          <dgm:resizeHandles val="exact"/>
        </dgm:presLayoutVars>
      </dgm:prSet>
      <dgm:spPr/>
    </dgm:pt>
    <dgm:pt modelId="{CFE7A575-E455-4EAC-A9CD-206CC6457D6C}" type="pres">
      <dgm:prSet presAssocID="{C0690C49-46E4-4B04-9C18-39E02D873FD8}" presName="compNode" presStyleCnt="0"/>
      <dgm:spPr/>
    </dgm:pt>
    <dgm:pt modelId="{5FE55B72-6198-4B98-AE87-D5E27F471221}" type="pres">
      <dgm:prSet presAssocID="{C0690C49-46E4-4B04-9C18-39E02D873F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C57450B-F129-42E3-A9A9-C191050BC27C}" type="pres">
      <dgm:prSet presAssocID="{C0690C49-46E4-4B04-9C18-39E02D873FD8}" presName="iconSpace" presStyleCnt="0"/>
      <dgm:spPr/>
    </dgm:pt>
    <dgm:pt modelId="{A7218A9E-88A5-4E36-A2EF-E8890F3DFE87}" type="pres">
      <dgm:prSet presAssocID="{C0690C49-46E4-4B04-9C18-39E02D873FD8}" presName="parTx" presStyleLbl="revTx" presStyleIdx="0" presStyleCnt="6">
        <dgm:presLayoutVars>
          <dgm:chMax val="0"/>
          <dgm:chPref val="0"/>
        </dgm:presLayoutVars>
      </dgm:prSet>
      <dgm:spPr/>
    </dgm:pt>
    <dgm:pt modelId="{B4A8A922-CEE5-4EDB-9AB1-E165B0EA35A4}" type="pres">
      <dgm:prSet presAssocID="{C0690C49-46E4-4B04-9C18-39E02D873FD8}" presName="txSpace" presStyleCnt="0"/>
      <dgm:spPr/>
    </dgm:pt>
    <dgm:pt modelId="{5C40DB1C-3700-4A36-9ED6-C3B740A5B7FC}" type="pres">
      <dgm:prSet presAssocID="{C0690C49-46E4-4B04-9C18-39E02D873FD8}" presName="desTx" presStyleLbl="revTx" presStyleIdx="1" presStyleCnt="6">
        <dgm:presLayoutVars/>
      </dgm:prSet>
      <dgm:spPr/>
    </dgm:pt>
    <dgm:pt modelId="{68D3CF62-FA7A-4D4B-85BB-62D46083DA66}" type="pres">
      <dgm:prSet presAssocID="{6F3772C4-B867-45F4-8C0E-95EEDB447A58}" presName="sibTrans" presStyleCnt="0"/>
      <dgm:spPr/>
    </dgm:pt>
    <dgm:pt modelId="{64C2FC67-E9A9-41EA-81DD-9AE5FA5F058A}" type="pres">
      <dgm:prSet presAssocID="{67DC807C-17DD-47AA-9F79-9B97DA9C74E5}" presName="compNode" presStyleCnt="0"/>
      <dgm:spPr/>
    </dgm:pt>
    <dgm:pt modelId="{924E904A-2FD5-4D1E-A858-AE524A8A5500}" type="pres">
      <dgm:prSet presAssocID="{67DC807C-17DD-47AA-9F79-9B97DA9C74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47F8F3A-16B5-4880-B302-83AFAA4D4269}" type="pres">
      <dgm:prSet presAssocID="{67DC807C-17DD-47AA-9F79-9B97DA9C74E5}" presName="iconSpace" presStyleCnt="0"/>
      <dgm:spPr/>
    </dgm:pt>
    <dgm:pt modelId="{4CD37C5B-C926-4696-8D62-29FE9CB16D49}" type="pres">
      <dgm:prSet presAssocID="{67DC807C-17DD-47AA-9F79-9B97DA9C74E5}" presName="parTx" presStyleLbl="revTx" presStyleIdx="2" presStyleCnt="6">
        <dgm:presLayoutVars>
          <dgm:chMax val="0"/>
          <dgm:chPref val="0"/>
        </dgm:presLayoutVars>
      </dgm:prSet>
      <dgm:spPr/>
    </dgm:pt>
    <dgm:pt modelId="{3FFB3984-782B-4CD6-825C-11021D74A409}" type="pres">
      <dgm:prSet presAssocID="{67DC807C-17DD-47AA-9F79-9B97DA9C74E5}" presName="txSpace" presStyleCnt="0"/>
      <dgm:spPr/>
    </dgm:pt>
    <dgm:pt modelId="{3A54B6F1-C50E-4DDF-9679-5D0D0678920E}" type="pres">
      <dgm:prSet presAssocID="{67DC807C-17DD-47AA-9F79-9B97DA9C74E5}" presName="desTx" presStyleLbl="revTx" presStyleIdx="3" presStyleCnt="6">
        <dgm:presLayoutVars/>
      </dgm:prSet>
      <dgm:spPr/>
    </dgm:pt>
    <dgm:pt modelId="{2F27F1F7-70A4-492C-A60F-1B9881B7E101}" type="pres">
      <dgm:prSet presAssocID="{B8F8133A-0F78-4E0E-860C-FD3A36196759}" presName="sibTrans" presStyleCnt="0"/>
      <dgm:spPr/>
    </dgm:pt>
    <dgm:pt modelId="{A3BC3439-1598-4BC0-B4A4-44D372ED560A}" type="pres">
      <dgm:prSet presAssocID="{18C1CAE8-CC47-444F-9DC6-2D09EF5EC47A}" presName="compNode" presStyleCnt="0"/>
      <dgm:spPr/>
    </dgm:pt>
    <dgm:pt modelId="{0CEF4DFF-A8C3-4ACD-8DC2-FBC2BBAEEDDA}" type="pres">
      <dgm:prSet presAssocID="{18C1CAE8-CC47-444F-9DC6-2D09EF5EC47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F11E8AC8-1969-412B-A613-3170FC53BADB}" type="pres">
      <dgm:prSet presAssocID="{18C1CAE8-CC47-444F-9DC6-2D09EF5EC47A}" presName="iconSpace" presStyleCnt="0"/>
      <dgm:spPr/>
    </dgm:pt>
    <dgm:pt modelId="{3896E972-BF04-451A-8FD3-CB87F8232571}" type="pres">
      <dgm:prSet presAssocID="{18C1CAE8-CC47-444F-9DC6-2D09EF5EC47A}" presName="parTx" presStyleLbl="revTx" presStyleIdx="4" presStyleCnt="6">
        <dgm:presLayoutVars>
          <dgm:chMax val="0"/>
          <dgm:chPref val="0"/>
        </dgm:presLayoutVars>
      </dgm:prSet>
      <dgm:spPr/>
    </dgm:pt>
    <dgm:pt modelId="{620C994E-8674-4A2D-A2B8-B3ADDB5A6272}" type="pres">
      <dgm:prSet presAssocID="{18C1CAE8-CC47-444F-9DC6-2D09EF5EC47A}" presName="txSpace" presStyleCnt="0"/>
      <dgm:spPr/>
    </dgm:pt>
    <dgm:pt modelId="{0F4FFDF4-8AE2-4C95-B959-7C695EA4BC92}" type="pres">
      <dgm:prSet presAssocID="{18C1CAE8-CC47-444F-9DC6-2D09EF5EC47A}" presName="desTx" presStyleLbl="revTx" presStyleIdx="5" presStyleCnt="6">
        <dgm:presLayoutVars/>
      </dgm:prSet>
      <dgm:spPr/>
    </dgm:pt>
  </dgm:ptLst>
  <dgm:cxnLst>
    <dgm:cxn modelId="{E5D5C209-6F76-42FD-8477-7260B55F9C54}" type="presOf" srcId="{40A4B751-0481-4434-B1D1-509CF5503E9C}" destId="{0F4FFDF4-8AE2-4C95-B959-7C695EA4BC92}" srcOrd="0" destOrd="1" presId="urn:microsoft.com/office/officeart/2018/5/layout/CenteredIconLabelDescriptionList"/>
    <dgm:cxn modelId="{83CDE515-539C-4475-9DA7-2E1636E179D1}" type="presOf" srcId="{CDE0F488-D9D7-434A-A773-52202A9C11A4}" destId="{0F4FFDF4-8AE2-4C95-B959-7C695EA4BC92}" srcOrd="0" destOrd="0" presId="urn:microsoft.com/office/officeart/2018/5/layout/CenteredIconLabelDescriptionList"/>
    <dgm:cxn modelId="{485FC716-DFA4-4AA0-BC62-5EAE9F1BD727}" type="presOf" srcId="{18C1CAE8-CC47-444F-9DC6-2D09EF5EC47A}" destId="{3896E972-BF04-451A-8FD3-CB87F8232571}" srcOrd="0" destOrd="0" presId="urn:microsoft.com/office/officeart/2018/5/layout/CenteredIconLabelDescriptionList"/>
    <dgm:cxn modelId="{759EB11F-AD35-4EA8-8342-7F270942A4B3}" type="presOf" srcId="{31D3CBF7-5C56-4227-844C-6425E33FC848}" destId="{5C40DB1C-3700-4A36-9ED6-C3B740A5B7FC}" srcOrd="0" destOrd="0" presId="urn:microsoft.com/office/officeart/2018/5/layout/CenteredIconLabelDescriptionList"/>
    <dgm:cxn modelId="{DD90FE20-CE07-4C13-9251-A0DFF329E479}" srcId="{C0690C49-46E4-4B04-9C18-39E02D873FD8}" destId="{500D489E-448D-4E0C-8B8C-B08130A3CA55}" srcOrd="1" destOrd="0" parTransId="{87F770C2-9164-4293-A920-61A20D682D01}" sibTransId="{13F1B597-9195-4D7B-9438-6AE283C73F55}"/>
    <dgm:cxn modelId="{822F6344-8E5B-4A6E-94F9-56DB53492F3F}" type="presOf" srcId="{98E03FDA-571C-4629-A5C2-374573A7E644}" destId="{3A54B6F1-C50E-4DDF-9679-5D0D0678920E}" srcOrd="0" destOrd="1" presId="urn:microsoft.com/office/officeart/2018/5/layout/CenteredIconLabelDescriptionList"/>
    <dgm:cxn modelId="{C1725A65-5D96-44F3-AB0E-6E7F6612FD36}" srcId="{C0690C49-46E4-4B04-9C18-39E02D873FD8}" destId="{A6D89081-2507-42EE-8BF9-F88A3DB318C8}" srcOrd="3" destOrd="0" parTransId="{5F281651-4DF0-4E2A-BEF3-F51E456E1C43}" sibTransId="{8A575895-2B02-436D-A0F8-8DA92D280502}"/>
    <dgm:cxn modelId="{27A36767-D1FE-4D02-A806-FD050E67882B}" type="presOf" srcId="{A6D89081-2507-42EE-8BF9-F88A3DB318C8}" destId="{5C40DB1C-3700-4A36-9ED6-C3B740A5B7FC}" srcOrd="0" destOrd="3" presId="urn:microsoft.com/office/officeart/2018/5/layout/CenteredIconLabelDescriptionList"/>
    <dgm:cxn modelId="{1E28CB6A-6FFA-48F9-B204-87F7085B527C}" type="presOf" srcId="{61C88CE0-E15F-4CEE-B179-49AB3EF6E1B9}" destId="{5C40DB1C-3700-4A36-9ED6-C3B740A5B7FC}" srcOrd="0" destOrd="4" presId="urn:microsoft.com/office/officeart/2018/5/layout/CenteredIconLabelDescriptionList"/>
    <dgm:cxn modelId="{BCE2414B-02B9-4B94-9FE6-3E666D746FA8}" srcId="{18C1CAE8-CC47-444F-9DC6-2D09EF5EC47A}" destId="{CDE0F488-D9D7-434A-A773-52202A9C11A4}" srcOrd="0" destOrd="0" parTransId="{7B045BA5-7AB5-40A0-AF20-234B3EFC3E1C}" sibTransId="{BC911316-6308-4C82-AFC3-E0CF5F4DA6AF}"/>
    <dgm:cxn modelId="{80E36A4D-C68B-4D2C-B3CC-0812CDBDA6DD}" srcId="{C0690C49-46E4-4B04-9C18-39E02D873FD8}" destId="{31D3CBF7-5C56-4227-844C-6425E33FC848}" srcOrd="0" destOrd="0" parTransId="{1E15A705-73A4-4D72-9E67-4D8DF6A6E815}" sibTransId="{7682D13D-7E69-4508-9E7F-C8BD670473FE}"/>
    <dgm:cxn modelId="{B60D1876-1417-4137-8839-3768152826AE}" srcId="{3B67C3DA-CA9F-4FCB-B4A2-3FE738FFCDD9}" destId="{C0690C49-46E4-4B04-9C18-39E02D873FD8}" srcOrd="0" destOrd="0" parTransId="{A29F093F-13A7-4D00-881D-92C28DFCE7F8}" sibTransId="{6F3772C4-B867-45F4-8C0E-95EEDB447A58}"/>
    <dgm:cxn modelId="{806CF378-99C1-4500-8524-9FBF0308F914}" srcId="{C0690C49-46E4-4B04-9C18-39E02D873FD8}" destId="{0AF6EB27-9AE8-416B-AB11-2302E886383A}" srcOrd="2" destOrd="0" parTransId="{485EF79C-9D3C-4B49-9FB3-D67932AE0CF9}" sibTransId="{37673EE9-9675-4A12-9153-CEA0449CF035}"/>
    <dgm:cxn modelId="{0C83AD7F-677E-41CE-B7AD-1B8080469AAD}" srcId="{18C1CAE8-CC47-444F-9DC6-2D09EF5EC47A}" destId="{40A4B751-0481-4434-B1D1-509CF5503E9C}" srcOrd="1" destOrd="0" parTransId="{D62C0C8E-DFEE-40EE-80D9-A62C386992FA}" sibTransId="{6C746591-723E-485E-807F-B8C33CF3C3CD}"/>
    <dgm:cxn modelId="{453DDC80-7D67-442A-A886-2D4AFDC691E3}" type="presOf" srcId="{1060D3AD-912D-4814-8665-441BD5A1E5DC}" destId="{0F4FFDF4-8AE2-4C95-B959-7C695EA4BC92}" srcOrd="0" destOrd="2" presId="urn:microsoft.com/office/officeart/2018/5/layout/CenteredIconLabelDescriptionList"/>
    <dgm:cxn modelId="{48282C9B-B25C-4E55-AC4D-F58BD8E3F444}" srcId="{67DC807C-17DD-47AA-9F79-9B97DA9C74E5}" destId="{41FB19E7-F40D-4AE3-9216-A1F05F5BBA4C}" srcOrd="0" destOrd="0" parTransId="{247E53AC-FBCF-46CB-8D47-E0DDC1E2FC14}" sibTransId="{D87A82BB-2073-4E07-8B48-F1F511A0D0B0}"/>
    <dgm:cxn modelId="{C40E17A4-0011-4DA1-BF61-0EA78E263D39}" type="presOf" srcId="{C0690C49-46E4-4B04-9C18-39E02D873FD8}" destId="{A7218A9E-88A5-4E36-A2EF-E8890F3DFE87}" srcOrd="0" destOrd="0" presId="urn:microsoft.com/office/officeart/2018/5/layout/CenteredIconLabelDescriptionList"/>
    <dgm:cxn modelId="{C41F50A5-1648-49B8-B4A0-C0854020E17D}" srcId="{3B67C3DA-CA9F-4FCB-B4A2-3FE738FFCDD9}" destId="{67DC807C-17DD-47AA-9F79-9B97DA9C74E5}" srcOrd="1" destOrd="0" parTransId="{D128B543-DE6A-4124-B0E5-F050D101987B}" sibTransId="{B8F8133A-0F78-4E0E-860C-FD3A36196759}"/>
    <dgm:cxn modelId="{8B0B30A8-CC96-4712-8924-875AECE4144B}" srcId="{67DC807C-17DD-47AA-9F79-9B97DA9C74E5}" destId="{58794BA6-A691-4620-B3A8-A4D9208CE8B3}" srcOrd="2" destOrd="0" parTransId="{5DE687A2-4367-4788-B632-DC81107FBE27}" sibTransId="{E33CB9DA-7593-481C-82F4-EA5B1EF4534C}"/>
    <dgm:cxn modelId="{E1D440AC-8523-41E5-AAB2-CE29ECF5AF1D}" type="presOf" srcId="{58794BA6-A691-4620-B3A8-A4D9208CE8B3}" destId="{3A54B6F1-C50E-4DDF-9679-5D0D0678920E}" srcOrd="0" destOrd="2" presId="urn:microsoft.com/office/officeart/2018/5/layout/CenteredIconLabelDescriptionList"/>
    <dgm:cxn modelId="{506674BD-FEAC-41A0-8053-0A8C00234767}" type="presOf" srcId="{500D489E-448D-4E0C-8B8C-B08130A3CA55}" destId="{5C40DB1C-3700-4A36-9ED6-C3B740A5B7FC}" srcOrd="0" destOrd="1" presId="urn:microsoft.com/office/officeart/2018/5/layout/CenteredIconLabelDescriptionList"/>
    <dgm:cxn modelId="{0F6914BE-21FD-40FD-ADC6-AE2FF31970FA}" type="presOf" srcId="{67DC807C-17DD-47AA-9F79-9B97DA9C74E5}" destId="{4CD37C5B-C926-4696-8D62-29FE9CB16D49}" srcOrd="0" destOrd="0" presId="urn:microsoft.com/office/officeart/2018/5/layout/CenteredIconLabelDescriptionList"/>
    <dgm:cxn modelId="{710F14C8-73A7-4A2F-ADFA-D16679F6CBF4}" type="presOf" srcId="{3B67C3DA-CA9F-4FCB-B4A2-3FE738FFCDD9}" destId="{DCF69EDA-E0D4-4B5C-B7CA-E44EFF2D4184}" srcOrd="0" destOrd="0" presId="urn:microsoft.com/office/officeart/2018/5/layout/CenteredIconLabelDescriptionList"/>
    <dgm:cxn modelId="{D98B9CCD-EE97-406E-8804-C2EAE2533554}" srcId="{18C1CAE8-CC47-444F-9DC6-2D09EF5EC47A}" destId="{1060D3AD-912D-4814-8665-441BD5A1E5DC}" srcOrd="2" destOrd="0" parTransId="{CFD9C835-EA39-4C40-975C-03952712E86C}" sibTransId="{060882E6-2D8F-4172-8678-B2E6BD8E2482}"/>
    <dgm:cxn modelId="{9C69C7CD-50F6-4ECF-A0A8-675034712C09}" type="presOf" srcId="{0AF6EB27-9AE8-416B-AB11-2302E886383A}" destId="{5C40DB1C-3700-4A36-9ED6-C3B740A5B7FC}" srcOrd="0" destOrd="2" presId="urn:microsoft.com/office/officeart/2018/5/layout/CenteredIconLabelDescriptionList"/>
    <dgm:cxn modelId="{786CDDD0-C91B-451F-9C3A-844AA3D59D26}" srcId="{C0690C49-46E4-4B04-9C18-39E02D873FD8}" destId="{61C88CE0-E15F-4CEE-B179-49AB3EF6E1B9}" srcOrd="4" destOrd="0" parTransId="{F0FFC867-B7B7-4B3F-9749-F605602B2EC1}" sibTransId="{B0587E5D-FB88-438A-9AD1-AE2DB6EE47C9}"/>
    <dgm:cxn modelId="{9B890ADA-E559-42F2-B5F6-9AB697317E48}" srcId="{3B67C3DA-CA9F-4FCB-B4A2-3FE738FFCDD9}" destId="{18C1CAE8-CC47-444F-9DC6-2D09EF5EC47A}" srcOrd="2" destOrd="0" parTransId="{77F3F000-E530-4B1D-9215-CDBECEEA515A}" sibTransId="{51BB2EB9-88E2-43BE-A52F-97B782CBA45E}"/>
    <dgm:cxn modelId="{0BC0E7E0-92B1-4963-B9B8-D0FBDB2548EE}" type="presOf" srcId="{41FB19E7-F40D-4AE3-9216-A1F05F5BBA4C}" destId="{3A54B6F1-C50E-4DDF-9679-5D0D0678920E}" srcOrd="0" destOrd="0" presId="urn:microsoft.com/office/officeart/2018/5/layout/CenteredIconLabelDescriptionList"/>
    <dgm:cxn modelId="{900309F7-85AA-4BA0-9251-A8BC12F30176}" srcId="{67DC807C-17DD-47AA-9F79-9B97DA9C74E5}" destId="{98E03FDA-571C-4629-A5C2-374573A7E644}" srcOrd="1" destOrd="0" parTransId="{1BDB6A41-34E9-418B-B06F-718BC0BBF22F}" sibTransId="{D710BB7F-D2FA-4E64-9953-0547FBB3FD5A}"/>
    <dgm:cxn modelId="{87DAFE77-B52F-4793-892C-F785F7CD35FA}" type="presParOf" srcId="{DCF69EDA-E0D4-4B5C-B7CA-E44EFF2D4184}" destId="{CFE7A575-E455-4EAC-A9CD-206CC6457D6C}" srcOrd="0" destOrd="0" presId="urn:microsoft.com/office/officeart/2018/5/layout/CenteredIconLabelDescriptionList"/>
    <dgm:cxn modelId="{DD1ECCD4-DEEC-48A0-BBD0-40699600967E}" type="presParOf" srcId="{CFE7A575-E455-4EAC-A9CD-206CC6457D6C}" destId="{5FE55B72-6198-4B98-AE87-D5E27F471221}" srcOrd="0" destOrd="0" presId="urn:microsoft.com/office/officeart/2018/5/layout/CenteredIconLabelDescriptionList"/>
    <dgm:cxn modelId="{6BDA6B11-7DEF-41E4-9E12-162CDC6FF881}" type="presParOf" srcId="{CFE7A575-E455-4EAC-A9CD-206CC6457D6C}" destId="{9C57450B-F129-42E3-A9A9-C191050BC27C}" srcOrd="1" destOrd="0" presId="urn:microsoft.com/office/officeart/2018/5/layout/CenteredIconLabelDescriptionList"/>
    <dgm:cxn modelId="{7B983F30-71CA-47FA-85DB-8261BF04D424}" type="presParOf" srcId="{CFE7A575-E455-4EAC-A9CD-206CC6457D6C}" destId="{A7218A9E-88A5-4E36-A2EF-E8890F3DFE87}" srcOrd="2" destOrd="0" presId="urn:microsoft.com/office/officeart/2018/5/layout/CenteredIconLabelDescriptionList"/>
    <dgm:cxn modelId="{B35EE4CB-BF5D-4585-9427-FF8B090A9935}" type="presParOf" srcId="{CFE7A575-E455-4EAC-A9CD-206CC6457D6C}" destId="{B4A8A922-CEE5-4EDB-9AB1-E165B0EA35A4}" srcOrd="3" destOrd="0" presId="urn:microsoft.com/office/officeart/2018/5/layout/CenteredIconLabelDescriptionList"/>
    <dgm:cxn modelId="{1D89561A-58F0-4069-9E9E-2AE0E5123ED5}" type="presParOf" srcId="{CFE7A575-E455-4EAC-A9CD-206CC6457D6C}" destId="{5C40DB1C-3700-4A36-9ED6-C3B740A5B7FC}" srcOrd="4" destOrd="0" presId="urn:microsoft.com/office/officeart/2018/5/layout/CenteredIconLabelDescriptionList"/>
    <dgm:cxn modelId="{E98E3069-C3D6-4613-83FF-4A7B63E1BEDA}" type="presParOf" srcId="{DCF69EDA-E0D4-4B5C-B7CA-E44EFF2D4184}" destId="{68D3CF62-FA7A-4D4B-85BB-62D46083DA66}" srcOrd="1" destOrd="0" presId="urn:microsoft.com/office/officeart/2018/5/layout/CenteredIconLabelDescriptionList"/>
    <dgm:cxn modelId="{C8B142DD-57A3-4554-804A-4C784BF1BF91}" type="presParOf" srcId="{DCF69EDA-E0D4-4B5C-B7CA-E44EFF2D4184}" destId="{64C2FC67-E9A9-41EA-81DD-9AE5FA5F058A}" srcOrd="2" destOrd="0" presId="urn:microsoft.com/office/officeart/2018/5/layout/CenteredIconLabelDescriptionList"/>
    <dgm:cxn modelId="{EBE219A7-AB66-4395-AC5B-08C396B94AAE}" type="presParOf" srcId="{64C2FC67-E9A9-41EA-81DD-9AE5FA5F058A}" destId="{924E904A-2FD5-4D1E-A858-AE524A8A5500}" srcOrd="0" destOrd="0" presId="urn:microsoft.com/office/officeart/2018/5/layout/CenteredIconLabelDescriptionList"/>
    <dgm:cxn modelId="{7E6C6748-C24C-40B6-ACCA-6021CC23C143}" type="presParOf" srcId="{64C2FC67-E9A9-41EA-81DD-9AE5FA5F058A}" destId="{D47F8F3A-16B5-4880-B302-83AFAA4D4269}" srcOrd="1" destOrd="0" presId="urn:microsoft.com/office/officeart/2018/5/layout/CenteredIconLabelDescriptionList"/>
    <dgm:cxn modelId="{E8A93455-1E48-470E-A021-7B671269DA9F}" type="presParOf" srcId="{64C2FC67-E9A9-41EA-81DD-9AE5FA5F058A}" destId="{4CD37C5B-C926-4696-8D62-29FE9CB16D49}" srcOrd="2" destOrd="0" presId="urn:microsoft.com/office/officeart/2018/5/layout/CenteredIconLabelDescriptionList"/>
    <dgm:cxn modelId="{854AFC94-27A1-4C18-9F6F-A010492C6041}" type="presParOf" srcId="{64C2FC67-E9A9-41EA-81DD-9AE5FA5F058A}" destId="{3FFB3984-782B-4CD6-825C-11021D74A409}" srcOrd="3" destOrd="0" presId="urn:microsoft.com/office/officeart/2018/5/layout/CenteredIconLabelDescriptionList"/>
    <dgm:cxn modelId="{4D45B1DC-4C9E-4B29-AD15-788D0B2F3092}" type="presParOf" srcId="{64C2FC67-E9A9-41EA-81DD-9AE5FA5F058A}" destId="{3A54B6F1-C50E-4DDF-9679-5D0D0678920E}" srcOrd="4" destOrd="0" presId="urn:microsoft.com/office/officeart/2018/5/layout/CenteredIconLabelDescriptionList"/>
    <dgm:cxn modelId="{B674C2AD-E716-4940-A4B5-8C2C58C56E5B}" type="presParOf" srcId="{DCF69EDA-E0D4-4B5C-B7CA-E44EFF2D4184}" destId="{2F27F1F7-70A4-492C-A60F-1B9881B7E101}" srcOrd="3" destOrd="0" presId="urn:microsoft.com/office/officeart/2018/5/layout/CenteredIconLabelDescriptionList"/>
    <dgm:cxn modelId="{4A11259C-9BF2-4409-BABC-9A030EB28561}" type="presParOf" srcId="{DCF69EDA-E0D4-4B5C-B7CA-E44EFF2D4184}" destId="{A3BC3439-1598-4BC0-B4A4-44D372ED560A}" srcOrd="4" destOrd="0" presId="urn:microsoft.com/office/officeart/2018/5/layout/CenteredIconLabelDescriptionList"/>
    <dgm:cxn modelId="{637FCDCE-DB3D-4D5D-B8AA-D16209168FAE}" type="presParOf" srcId="{A3BC3439-1598-4BC0-B4A4-44D372ED560A}" destId="{0CEF4DFF-A8C3-4ACD-8DC2-FBC2BBAEEDDA}" srcOrd="0" destOrd="0" presId="urn:microsoft.com/office/officeart/2018/5/layout/CenteredIconLabelDescriptionList"/>
    <dgm:cxn modelId="{EDFEBEA2-8AA7-4A19-BC93-1CEE306B36F1}" type="presParOf" srcId="{A3BC3439-1598-4BC0-B4A4-44D372ED560A}" destId="{F11E8AC8-1969-412B-A613-3170FC53BADB}" srcOrd="1" destOrd="0" presId="urn:microsoft.com/office/officeart/2018/5/layout/CenteredIconLabelDescriptionList"/>
    <dgm:cxn modelId="{9BA2761A-029C-4784-9D3D-16599599F220}" type="presParOf" srcId="{A3BC3439-1598-4BC0-B4A4-44D372ED560A}" destId="{3896E972-BF04-451A-8FD3-CB87F8232571}" srcOrd="2" destOrd="0" presId="urn:microsoft.com/office/officeart/2018/5/layout/CenteredIconLabelDescriptionList"/>
    <dgm:cxn modelId="{E91B27C1-7DB4-459D-B993-4D3AD02028B3}" type="presParOf" srcId="{A3BC3439-1598-4BC0-B4A4-44D372ED560A}" destId="{620C994E-8674-4A2D-A2B8-B3ADDB5A6272}" srcOrd="3" destOrd="0" presId="urn:microsoft.com/office/officeart/2018/5/layout/CenteredIconLabelDescriptionList"/>
    <dgm:cxn modelId="{BAE98117-82FF-48CD-918F-A6E01440D6C9}" type="presParOf" srcId="{A3BC3439-1598-4BC0-B4A4-44D372ED560A}" destId="{0F4FFDF4-8AE2-4C95-B959-7C695EA4BC9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CFA7F-F21D-4911-9190-C4D601F6DD1E}">
      <dsp:nvSpPr>
        <dsp:cNvPr id="0" name=""/>
        <dsp:cNvSpPr/>
      </dsp:nvSpPr>
      <dsp:spPr>
        <a:xfrm>
          <a:off x="1856005" y="264"/>
          <a:ext cx="2088005" cy="798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Product Backlog Creation</a:t>
          </a:r>
        </a:p>
      </dsp:txBody>
      <dsp:txXfrm>
        <a:off x="1895003" y="39262"/>
        <a:ext cx="2010009" cy="720884"/>
      </dsp:txXfrm>
    </dsp:sp>
    <dsp:sp modelId="{9A57C6F8-56A4-47D0-A6CE-9E1B361E6695}">
      <dsp:nvSpPr>
        <dsp:cNvPr id="0" name=""/>
        <dsp:cNvSpPr/>
      </dsp:nvSpPr>
      <dsp:spPr>
        <a:xfrm>
          <a:off x="1856005" y="839089"/>
          <a:ext cx="2088005" cy="798880"/>
        </a:xfrm>
        <a:prstGeom prst="roundRect">
          <a:avLst/>
        </a:prstGeom>
        <a:gradFill rotWithShape="0">
          <a:gsLst>
            <a:gs pos="0">
              <a:schemeClr val="accent2">
                <a:hueOff val="668788"/>
                <a:satOff val="-834"/>
                <a:lumOff val="19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668788"/>
                <a:satOff val="-834"/>
                <a:lumOff val="19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Sprint Planning</a:t>
          </a:r>
        </a:p>
      </dsp:txBody>
      <dsp:txXfrm>
        <a:off x="1895003" y="878087"/>
        <a:ext cx="2010009" cy="720884"/>
      </dsp:txXfrm>
    </dsp:sp>
    <dsp:sp modelId="{622012E7-C296-4CF5-82B3-10EA62A5FFDE}">
      <dsp:nvSpPr>
        <dsp:cNvPr id="0" name=""/>
        <dsp:cNvSpPr/>
      </dsp:nvSpPr>
      <dsp:spPr>
        <a:xfrm>
          <a:off x="1856005" y="1677913"/>
          <a:ext cx="2088005" cy="798880"/>
        </a:xfrm>
        <a:prstGeom prst="roundRect">
          <a:avLst/>
        </a:prstGeom>
        <a:gradFill rotWithShape="0">
          <a:gsLst>
            <a:gs pos="0">
              <a:schemeClr val="accent2">
                <a:hueOff val="1337577"/>
                <a:satOff val="-1668"/>
                <a:lumOff val="39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337577"/>
                <a:satOff val="-1668"/>
                <a:lumOff val="39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Sprint Execution</a:t>
          </a:r>
        </a:p>
      </dsp:txBody>
      <dsp:txXfrm>
        <a:off x="1895003" y="1716911"/>
        <a:ext cx="2010009" cy="720884"/>
      </dsp:txXfrm>
    </dsp:sp>
    <dsp:sp modelId="{C9CF6179-F06F-4277-9986-D808CA72B503}">
      <dsp:nvSpPr>
        <dsp:cNvPr id="0" name=""/>
        <dsp:cNvSpPr/>
      </dsp:nvSpPr>
      <dsp:spPr>
        <a:xfrm>
          <a:off x="1856005" y="2516738"/>
          <a:ext cx="2088005" cy="798880"/>
        </a:xfrm>
        <a:prstGeom prst="roundRect">
          <a:avLst/>
        </a:prstGeom>
        <a:gradFill rotWithShape="0">
          <a:gsLst>
            <a:gs pos="0">
              <a:schemeClr val="accent2">
                <a:hueOff val="2006365"/>
                <a:satOff val="-2502"/>
                <a:lumOff val="58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006365"/>
                <a:satOff val="-2502"/>
                <a:lumOff val="58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Daily Scrums</a:t>
          </a:r>
        </a:p>
      </dsp:txBody>
      <dsp:txXfrm>
        <a:off x="1895003" y="2555736"/>
        <a:ext cx="2010009" cy="720884"/>
      </dsp:txXfrm>
    </dsp:sp>
    <dsp:sp modelId="{CA0B388D-C3C4-4190-AA30-3FC5BDE86423}">
      <dsp:nvSpPr>
        <dsp:cNvPr id="0" name=""/>
        <dsp:cNvSpPr/>
      </dsp:nvSpPr>
      <dsp:spPr>
        <a:xfrm>
          <a:off x="1856005" y="3355563"/>
          <a:ext cx="2088005" cy="798880"/>
        </a:xfrm>
        <a:prstGeom prst="roundRect">
          <a:avLst/>
        </a:prstGeom>
        <a:gradFill rotWithShape="0">
          <a:gsLst>
            <a:gs pos="0">
              <a:schemeClr val="accent2">
                <a:hueOff val="2675154"/>
                <a:satOff val="-3337"/>
                <a:lumOff val="78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675154"/>
                <a:satOff val="-3337"/>
                <a:lumOff val="78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Sprint Review</a:t>
          </a:r>
        </a:p>
      </dsp:txBody>
      <dsp:txXfrm>
        <a:off x="1895003" y="3394561"/>
        <a:ext cx="2010009" cy="720884"/>
      </dsp:txXfrm>
    </dsp:sp>
    <dsp:sp modelId="{341EFD20-7466-4AF3-B722-0BA46977DBBB}">
      <dsp:nvSpPr>
        <dsp:cNvPr id="0" name=""/>
        <dsp:cNvSpPr/>
      </dsp:nvSpPr>
      <dsp:spPr>
        <a:xfrm>
          <a:off x="1856005" y="4194387"/>
          <a:ext cx="2088005" cy="798880"/>
        </a:xfrm>
        <a:prstGeom prst="roundRect">
          <a:avLst/>
        </a:prstGeom>
        <a:gradFill rotWithShape="0">
          <a:gsLst>
            <a:gs pos="0">
              <a:schemeClr val="accent2">
                <a:hueOff val="3343942"/>
                <a:satOff val="-4171"/>
                <a:lumOff val="98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343942"/>
                <a:satOff val="-4171"/>
                <a:lumOff val="98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Sprint Retrospective</a:t>
          </a:r>
        </a:p>
      </dsp:txBody>
      <dsp:txXfrm>
        <a:off x="1895003" y="4233385"/>
        <a:ext cx="2010009" cy="720884"/>
      </dsp:txXfrm>
    </dsp:sp>
    <dsp:sp modelId="{984F4F7B-7CB4-4F9E-9F42-B7A2EF3B76E6}">
      <dsp:nvSpPr>
        <dsp:cNvPr id="0" name=""/>
        <dsp:cNvSpPr/>
      </dsp:nvSpPr>
      <dsp:spPr>
        <a:xfrm>
          <a:off x="1856005" y="5033212"/>
          <a:ext cx="2088005" cy="798880"/>
        </a:xfrm>
        <a:prstGeom prst="roundRect">
          <a:avLst/>
        </a:prstGeom>
        <a:gradFill rotWithShape="0">
          <a:gsLst>
            <a:gs pos="0">
              <a:schemeClr val="accent2">
                <a:hueOff val="4012731"/>
                <a:satOff val="-5005"/>
                <a:lumOff val="1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012731"/>
                <a:satOff val="-5005"/>
                <a:lumOff val="1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Continuous Backlog Refinement</a:t>
          </a:r>
        </a:p>
      </dsp:txBody>
      <dsp:txXfrm>
        <a:off x="1895003" y="5072210"/>
        <a:ext cx="2010009" cy="720884"/>
      </dsp:txXfrm>
    </dsp:sp>
    <dsp:sp modelId="{23F1C81E-EC25-41A0-87FA-D79F3F435AFA}">
      <dsp:nvSpPr>
        <dsp:cNvPr id="0" name=""/>
        <dsp:cNvSpPr/>
      </dsp:nvSpPr>
      <dsp:spPr>
        <a:xfrm>
          <a:off x="1856005" y="5872036"/>
          <a:ext cx="2088005" cy="79888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Agile integrates design, development, and testing continuously rather than sequentially.</a:t>
          </a:r>
        </a:p>
      </dsp:txBody>
      <dsp:txXfrm>
        <a:off x="1895003" y="5911034"/>
        <a:ext cx="2010009" cy="7208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2C675-C7ED-4CD6-AC0C-2F6EC21B8413}">
      <dsp:nvSpPr>
        <dsp:cNvPr id="0" name=""/>
        <dsp:cNvSpPr/>
      </dsp:nvSpPr>
      <dsp:spPr>
        <a:xfrm>
          <a:off x="40" y="40712"/>
          <a:ext cx="3829808" cy="806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Waterfall Approach:</a:t>
          </a:r>
        </a:p>
      </dsp:txBody>
      <dsp:txXfrm>
        <a:off x="40" y="40712"/>
        <a:ext cx="3829808" cy="806400"/>
      </dsp:txXfrm>
    </dsp:sp>
    <dsp:sp modelId="{758964AB-465A-4CC0-AE01-0E7AC9B5D6A8}">
      <dsp:nvSpPr>
        <dsp:cNvPr id="0" name=""/>
        <dsp:cNvSpPr/>
      </dsp:nvSpPr>
      <dsp:spPr>
        <a:xfrm>
          <a:off x="40" y="847112"/>
          <a:ext cx="3829808" cy="33049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Sequential Phases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Heavy upfront documentation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Limited stakeholder feedback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Difficult to accommodate change</a:t>
          </a:r>
        </a:p>
      </dsp:txBody>
      <dsp:txXfrm>
        <a:off x="40" y="847112"/>
        <a:ext cx="3829808" cy="3304980"/>
      </dsp:txXfrm>
    </dsp:sp>
    <dsp:sp modelId="{EE534D2E-C7F5-41E7-9888-D8490CE232FB}">
      <dsp:nvSpPr>
        <dsp:cNvPr id="0" name=""/>
        <dsp:cNvSpPr/>
      </dsp:nvSpPr>
      <dsp:spPr>
        <a:xfrm>
          <a:off x="4366022" y="40712"/>
          <a:ext cx="3829808" cy="80640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Agile Approach:</a:t>
          </a:r>
        </a:p>
      </dsp:txBody>
      <dsp:txXfrm>
        <a:off x="4366022" y="40712"/>
        <a:ext cx="3829808" cy="806400"/>
      </dsp:txXfrm>
    </dsp:sp>
    <dsp:sp modelId="{E80F85C1-A58B-4D59-AD4C-E0804E05CFEA}">
      <dsp:nvSpPr>
        <dsp:cNvPr id="0" name=""/>
        <dsp:cNvSpPr/>
      </dsp:nvSpPr>
      <dsp:spPr>
        <a:xfrm>
          <a:off x="4366022" y="847112"/>
          <a:ext cx="3829808" cy="3304980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Iterative sprints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Continuous feedback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Flexible backlog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Faster value delivery</a:t>
          </a:r>
        </a:p>
      </dsp:txBody>
      <dsp:txXfrm>
        <a:off x="4366022" y="847112"/>
        <a:ext cx="3829808" cy="33049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55B72-6198-4B98-AE87-D5E27F471221}">
      <dsp:nvSpPr>
        <dsp:cNvPr id="0" name=""/>
        <dsp:cNvSpPr/>
      </dsp:nvSpPr>
      <dsp:spPr>
        <a:xfrm>
          <a:off x="594589" y="1891527"/>
          <a:ext cx="638613" cy="638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18A9E-88A5-4E36-A2EF-E8890F3DFE87}">
      <dsp:nvSpPr>
        <dsp:cNvPr id="0" name=""/>
        <dsp:cNvSpPr/>
      </dsp:nvSpPr>
      <dsp:spPr>
        <a:xfrm>
          <a:off x="1591" y="2663234"/>
          <a:ext cx="1824609" cy="470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Consider:</a:t>
          </a:r>
        </a:p>
      </dsp:txBody>
      <dsp:txXfrm>
        <a:off x="1591" y="2663234"/>
        <a:ext cx="1824609" cy="470407"/>
      </dsp:txXfrm>
    </dsp:sp>
    <dsp:sp modelId="{5C40DB1C-3700-4A36-9ED6-C3B740A5B7FC}">
      <dsp:nvSpPr>
        <dsp:cNvPr id="0" name=""/>
        <dsp:cNvSpPr/>
      </dsp:nvSpPr>
      <dsp:spPr>
        <a:xfrm>
          <a:off x="1591" y="3195546"/>
          <a:ext cx="1824609" cy="17912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-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Requirement stability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-Stakeholder involvement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-Project complexity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-Risk tolerance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-Need for flexibility</a:t>
          </a:r>
        </a:p>
      </dsp:txBody>
      <dsp:txXfrm>
        <a:off x="1591" y="3195546"/>
        <a:ext cx="1824609" cy="1791206"/>
      </dsp:txXfrm>
    </dsp:sp>
    <dsp:sp modelId="{924E904A-2FD5-4D1E-A858-AE524A8A5500}">
      <dsp:nvSpPr>
        <dsp:cNvPr id="0" name=""/>
        <dsp:cNvSpPr/>
      </dsp:nvSpPr>
      <dsp:spPr>
        <a:xfrm>
          <a:off x="2738505" y="1891527"/>
          <a:ext cx="638613" cy="638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37C5B-C926-4696-8D62-29FE9CB16D49}">
      <dsp:nvSpPr>
        <dsp:cNvPr id="0" name=""/>
        <dsp:cNvSpPr/>
      </dsp:nvSpPr>
      <dsp:spPr>
        <a:xfrm>
          <a:off x="2145507" y="2663234"/>
          <a:ext cx="1824609" cy="470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Agile works best when:</a:t>
          </a:r>
        </a:p>
      </dsp:txBody>
      <dsp:txXfrm>
        <a:off x="2145507" y="2663234"/>
        <a:ext cx="1824609" cy="470407"/>
      </dsp:txXfrm>
    </dsp:sp>
    <dsp:sp modelId="{3A54B6F1-C50E-4DDF-9679-5D0D0678920E}">
      <dsp:nvSpPr>
        <dsp:cNvPr id="0" name=""/>
        <dsp:cNvSpPr/>
      </dsp:nvSpPr>
      <dsp:spPr>
        <a:xfrm>
          <a:off x="2145507" y="3195546"/>
          <a:ext cx="1824609" cy="17912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-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Requirements evolve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-Innovation is required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-Collaboration is essential</a:t>
          </a:r>
        </a:p>
      </dsp:txBody>
      <dsp:txXfrm>
        <a:off x="2145507" y="3195546"/>
        <a:ext cx="1824609" cy="1791206"/>
      </dsp:txXfrm>
    </dsp:sp>
    <dsp:sp modelId="{0CEF4DFF-A8C3-4ACD-8DC2-FBC2BBAEEDDA}">
      <dsp:nvSpPr>
        <dsp:cNvPr id="0" name=""/>
        <dsp:cNvSpPr/>
      </dsp:nvSpPr>
      <dsp:spPr>
        <a:xfrm>
          <a:off x="4882421" y="1891527"/>
          <a:ext cx="638613" cy="638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6E972-BF04-451A-8FD3-CB87F8232571}">
      <dsp:nvSpPr>
        <dsp:cNvPr id="0" name=""/>
        <dsp:cNvSpPr/>
      </dsp:nvSpPr>
      <dsp:spPr>
        <a:xfrm>
          <a:off x="4289423" y="2663234"/>
          <a:ext cx="1824609" cy="470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Waterfall works best when:</a:t>
          </a:r>
        </a:p>
      </dsp:txBody>
      <dsp:txXfrm>
        <a:off x="4289423" y="2663234"/>
        <a:ext cx="1824609" cy="470407"/>
      </dsp:txXfrm>
    </dsp:sp>
    <dsp:sp modelId="{0F4FFDF4-8AE2-4C95-B959-7C695EA4BC92}">
      <dsp:nvSpPr>
        <dsp:cNvPr id="0" name=""/>
        <dsp:cNvSpPr/>
      </dsp:nvSpPr>
      <dsp:spPr>
        <a:xfrm>
          <a:off x="4289423" y="3195546"/>
          <a:ext cx="1824609" cy="17912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-Scope is fixed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-Compliance-heavy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-Predictability is critical</a:t>
          </a:r>
        </a:p>
      </dsp:txBody>
      <dsp:txXfrm>
        <a:off x="4289423" y="3195546"/>
        <a:ext cx="1824609" cy="1791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Waterfalls by lake">
            <a:extLst>
              <a:ext uri="{FF2B5EF4-FFF2-40B4-BE49-F238E27FC236}">
                <a16:creationId xmlns:a16="http://schemas.microsoft.com/office/drawing/2014/main" id="{713003A1-9122-9B4E-EF3E-2645D6BFB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6" t="6484" r="26887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8320" y="1161288"/>
            <a:ext cx="2578608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Waterfall to Scrum-Agile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8320" y="2718054"/>
            <a:ext cx="2579180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ChadaTech</a:t>
            </a:r>
            <a:endParaRPr 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250 Final Project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Daniel Cervantes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Scrum-Agile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Master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Scrum events and removes obstacles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Agile principles are followed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user stories and prioritizes backlog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customer value and acceptance criteria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Increments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cross-functionally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Quality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test cases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acceptance criteria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built-in quality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B3EEA-A1BD-5E1E-B8AF-46F4E3BD0DD8}"/>
              </a:ext>
            </a:extLst>
          </p:cNvPr>
          <p:cNvSpPr txBox="1"/>
          <p:nvPr/>
        </p:nvSpPr>
        <p:spPr>
          <a:xfrm>
            <a:off x="4572000" y="6430297"/>
            <a:ext cx="3952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(Source: Schwaber &amp; Sutherland, 2020)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Agile SDLC Phases (Scrum Framework)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A31A99-D322-46F9-2D20-39CA8A4D65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411542"/>
              </p:ext>
            </p:extLst>
          </p:nvPr>
        </p:nvGraphicFramePr>
        <p:xfrm>
          <a:off x="3216165" y="186813"/>
          <a:ext cx="5800016" cy="6671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Waterfall vs Agile Development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92E6E5F1-84A9-EEDD-FEFE-511F5F971B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5132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Choosing the Right Methodology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408D3071-7E0C-DFB6-C99C-B9433A3A4C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1265839"/>
              </p:ext>
            </p:extLst>
          </p:nvPr>
        </p:nvGraphicFramePr>
        <p:xfrm>
          <a:off x="3028376" y="-10142"/>
          <a:ext cx="6115624" cy="6878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5FE55B72-6198-4B98-AE87-D5E27F4712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2">
                                            <p:graphicEl>
                                              <a:dgm id="{5FE55B72-6198-4B98-AE87-D5E27F4712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A7218A9E-88A5-4E36-A2EF-E8890F3DFE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2">
                                            <p:graphicEl>
                                              <a:dgm id="{A7218A9E-88A5-4E36-A2EF-E8890F3DFE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5C40DB1C-3700-4A36-9ED6-C3B740A5B7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2">
                                            <p:graphicEl>
                                              <a:dgm id="{5C40DB1C-3700-4A36-9ED6-C3B740A5B7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24E904A-2FD5-4D1E-A858-AE524A8A55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2">
                                            <p:graphicEl>
                                              <a:dgm id="{924E904A-2FD5-4D1E-A858-AE524A8A55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4CD37C5B-C926-4696-8D62-29FE9CB16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2">
                                            <p:graphicEl>
                                              <a:dgm id="{4CD37C5B-C926-4696-8D62-29FE9CB16D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3A54B6F1-C50E-4DDF-9679-5D0D067892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2">
                                            <p:graphicEl>
                                              <a:dgm id="{3A54B6F1-C50E-4DDF-9679-5D0D067892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0CEF4DFF-A8C3-4ACD-8DC2-FBC2BBAEED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2">
                                            <p:graphicEl>
                                              <a:dgm id="{0CEF4DFF-A8C3-4ACD-8DC2-FBC2BBAEED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3896E972-BF04-451A-8FD3-CB87F82325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22">
                                            <p:graphicEl>
                                              <a:dgm id="{3896E972-BF04-451A-8FD3-CB87F82325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0F4FFDF4-8AE2-4C95-B959-7C695EA4B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22">
                                            <p:graphicEl>
                                              <a:dgm id="{0F4FFDF4-8AE2-4C95-B959-7C695EA4BC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 uiExpand="1">
        <p:bldSub>
          <a:bldDgm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Lessons Learned from the SNHU Travel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Scrum-Agile pilot: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silos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transparency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collaboration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incremental value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gradual expansion of Scrum-Agile across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Schwaber, K., &amp; Sutherland, J. (2020). </a:t>
            </a:r>
            <a:r>
              <a:rPr lang="en-US" sz="1800" i="1" dirty="0"/>
              <a:t>The Scrum guide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Rigby, D. K., Sutherland, J., &amp; Takeuchi, H. (2020). </a:t>
            </a:r>
            <a:r>
              <a:rPr lang="en-US" sz="1800" i="1" dirty="0"/>
              <a:t>Embracing agile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Project Management Institute. (2021). </a:t>
            </a:r>
            <a:r>
              <a:rPr lang="en-US" sz="1800" i="1" dirty="0"/>
              <a:t>Agile practice guide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Cobb, C. G. (2019). </a:t>
            </a:r>
            <a:r>
              <a:rPr lang="en-US" sz="1800" i="1" dirty="0"/>
              <a:t>The project manager’s guide to mastering agile</a:t>
            </a:r>
            <a:r>
              <a:rPr lang="en-US" sz="1800" dirty="0"/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baef15b-b8de-423f-9d8a-46f3686d8848}" enabled="0" method="" siteId="{2baef15b-b8de-423f-9d8a-46f3686d88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283</Words>
  <Application>Microsoft Office PowerPoint</Application>
  <PresentationFormat>On-screen Show (4:3)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Transitioning from Waterfall to Scrum-Agile</vt:lpstr>
      <vt:lpstr>Scrum-Agile Roles</vt:lpstr>
      <vt:lpstr>Agile SDLC Phases (Scrum Framework)</vt:lpstr>
      <vt:lpstr>Waterfall vs Agile Development</vt:lpstr>
      <vt:lpstr>Choosing the Right Methodology</vt:lpstr>
      <vt:lpstr>Lessons Learned from the SNHU Travel Pilot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Cervantes, Daniel</cp:lastModifiedBy>
  <cp:revision>1</cp:revision>
  <dcterms:created xsi:type="dcterms:W3CDTF">2013-01-27T09:14:16Z</dcterms:created>
  <dcterms:modified xsi:type="dcterms:W3CDTF">2026-02-22T08:50:00Z</dcterms:modified>
  <cp:category/>
</cp:coreProperties>
</file>